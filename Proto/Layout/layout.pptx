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4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54175-19F7-FA1D-0E3F-7974633C9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49AE7E-F944-F067-AB91-73A8525FB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67E2D-368A-25E6-9C38-C28BC8E2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AAB7E-EF3C-FA65-8883-7A30A758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12562-FA88-833D-DCA7-D85E03B4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77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5E440-78E8-02E5-7C65-06EE5F57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0DDBC-2267-3B36-534F-C5EE894B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616F5-82BD-C5CF-C071-26642C31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3E235-C98C-5745-95DF-FBCE2CE3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685873-8254-6EE9-3271-1FE829BE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44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DD859-8209-B9C7-344F-AE006CDE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39780-EBBC-E273-069F-5B21CB65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14E4B-FB6A-A357-D84F-A3DE6A68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7EF849-A22A-92FD-AAEB-8DBCEB4F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E0A162-3795-DD50-9FFA-A6C3D226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45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BD49D-FCA3-1059-1E15-847C00A7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F031C2-4E7C-4644-097A-19D3BA65A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8E638A-60CE-C9F7-F31A-FF7ABCA14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F0DED-5D3F-7C39-2B6A-6E6BB174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527667-9692-2AF0-E5B4-70A91362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0BC21-E0E4-2F68-4FFC-725C7483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03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D482D-0C14-7D70-0524-7EBA09FC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B2B7B9-9E10-7029-846C-5420796B8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E6FFEE-BA94-02D3-22CB-792ABA1B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2FC60C-DA51-996B-D122-0004BB532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7A4A6E-77DF-25D8-7AED-F5DEA1FFE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056ABC-478C-0F08-F25C-6E7D811B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F07855-DC39-1BBC-9694-1104BBB9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A3CB48-DC8D-D338-7071-377158E1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46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45C07-90D8-98DE-9E87-A1C67B82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10056E-C8B3-2855-94CC-5FCC8CEA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7A210D-DFA3-0D27-656B-DFE5365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0F97EE-2D7F-CE72-160E-1E182425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68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9133FF-2280-F62D-7E41-52579D2A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E2243A-6E11-9D4B-DA40-AB6CBC51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B69FE-C7AF-09F0-B5C8-464B8FB0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64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79CA5-4599-4FE9-E922-3ECFFBCE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4912D-AF6E-02C6-38C3-1ECF261F5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C45CDD-2D80-7086-A777-42B969D36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885EA-8B39-6BF4-1C92-DC44C8E0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C29563-98FD-9E06-6DBB-4DF7AC81A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0F91F-4675-615E-6024-FE79D324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3494D-1532-65AD-73E8-B042D7A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8A431D-DA17-EB8C-CF2B-1B1150281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07A910-8A50-2691-9F44-E5F7633E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E6A88F-1658-2B65-4604-D8E4A8E8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92A7CA-4F26-C0D4-6B28-F4E31F93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34E6D1-872C-8022-711A-56593B34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A0C39-6F2D-DB68-6320-8FB53FB4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BEF4D4-9DC3-0A97-F8BA-5CCF61DEA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9859E4-6F6F-5347-D601-4DC0E478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53D78-FE5F-6951-50EA-28480782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8DAD2-7964-40A5-5DAD-FA889A32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38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8E2576-031B-76F8-75A2-8E3DB103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A17552-4740-F94D-A6B3-A7BFAF087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0E8C05-B40D-11F1-10ED-1F739C83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6249C-2ACC-BEBA-EBA7-19040CE3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239E5E-A858-AC61-E346-18CCE638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95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3C7E82-1838-C73B-98C1-81DAF7F9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E402D2-E9EB-576D-4DE1-DE6171261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7B136-3DC7-D2B5-82F4-278C06EBC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286C0-AED3-4EB2-81B2-2C6EA95602B7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5196C-77ED-1189-CB3E-62EF91DD2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6D13B4-1A88-E601-224C-0E0AA0734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F851-CFAA-4D6B-A374-835330A38A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0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0877D16-10F2-146E-7C0E-01F45A71E7E7}"/>
              </a:ext>
            </a:extLst>
          </p:cNvPr>
          <p:cNvGrpSpPr/>
          <p:nvPr/>
        </p:nvGrpSpPr>
        <p:grpSpPr>
          <a:xfrm>
            <a:off x="0" y="0"/>
            <a:ext cx="11520000" cy="6480000"/>
            <a:chOff x="0" y="0"/>
            <a:chExt cx="11520000" cy="648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491907-8F54-AD72-6019-BFB7B52DD762}"/>
                </a:ext>
              </a:extLst>
            </p:cNvPr>
            <p:cNvSpPr/>
            <p:nvPr/>
          </p:nvSpPr>
          <p:spPr>
            <a:xfrm>
              <a:off x="0" y="0"/>
              <a:ext cx="11520000" cy="648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3690713-5583-905B-6D46-5A6B0EC50545}"/>
                </a:ext>
              </a:extLst>
            </p:cNvPr>
            <p:cNvSpPr/>
            <p:nvPr/>
          </p:nvSpPr>
          <p:spPr>
            <a:xfrm>
              <a:off x="0" y="0"/>
              <a:ext cx="11520000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[Top Bar]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205284B-D7E0-BEE5-9264-4EA8B9BF3167}"/>
                </a:ext>
              </a:extLst>
            </p:cNvPr>
            <p:cNvSpPr/>
            <p:nvPr/>
          </p:nvSpPr>
          <p:spPr>
            <a:xfrm>
              <a:off x="0" y="180000"/>
              <a:ext cx="115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r"/>
              <a:r>
                <a:rPr lang="en-US" altLang="ko-KR" dirty="0">
                  <a:solidFill>
                    <a:schemeClr val="tx1"/>
                  </a:solidFill>
                </a:rPr>
                <a:t>[Menu Bar]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1BEB32B-A8EC-DB53-ADA7-2AF411405E2B}"/>
                </a:ext>
              </a:extLst>
            </p:cNvPr>
            <p:cNvSpPr/>
            <p:nvPr/>
          </p:nvSpPr>
          <p:spPr>
            <a:xfrm>
              <a:off x="0" y="360000"/>
              <a:ext cx="1152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r"/>
              <a:r>
                <a:rPr lang="en-US" altLang="ko-KR" dirty="0">
                  <a:solidFill>
                    <a:schemeClr val="tx1"/>
                  </a:solidFill>
                </a:rPr>
                <a:t>[Tool Bar]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46AAD1B-BBE9-9750-59D6-C28070C160B6}"/>
                </a:ext>
              </a:extLst>
            </p:cNvPr>
            <p:cNvSpPr/>
            <p:nvPr/>
          </p:nvSpPr>
          <p:spPr>
            <a:xfrm>
              <a:off x="0" y="540000"/>
              <a:ext cx="576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F00364-D8FD-291C-EBB5-3EF5B83DDFC1}"/>
                </a:ext>
              </a:extLst>
            </p:cNvPr>
            <p:cNvSpPr/>
            <p:nvPr/>
          </p:nvSpPr>
          <p:spPr>
            <a:xfrm>
              <a:off x="0" y="3510000"/>
              <a:ext cx="576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Game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B4C855C-51EC-462D-3AE4-C0A2516EDDC4}"/>
                </a:ext>
              </a:extLst>
            </p:cNvPr>
            <p:cNvSpPr/>
            <p:nvPr/>
          </p:nvSpPr>
          <p:spPr>
            <a:xfrm>
              <a:off x="5760000" y="54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Hierarchy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CE83097-ED21-5AFF-16D9-9CB2D9829BD7}"/>
                </a:ext>
              </a:extLst>
            </p:cNvPr>
            <p:cNvSpPr/>
            <p:nvPr/>
          </p:nvSpPr>
          <p:spPr>
            <a:xfrm>
              <a:off x="8640000" y="54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Inspector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5E1A703-9F69-8BE0-FE72-CBC24107A124}"/>
                </a:ext>
              </a:extLst>
            </p:cNvPr>
            <p:cNvSpPr/>
            <p:nvPr/>
          </p:nvSpPr>
          <p:spPr>
            <a:xfrm>
              <a:off x="5760000" y="351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D7E1ED7-D210-FB14-56DD-B6A558499AF8}"/>
                </a:ext>
              </a:extLst>
            </p:cNvPr>
            <p:cNvSpPr/>
            <p:nvPr/>
          </p:nvSpPr>
          <p:spPr>
            <a:xfrm>
              <a:off x="8640000" y="3510000"/>
              <a:ext cx="2880000" cy="297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2A81B0B-FFFC-8786-EC4F-40C25895ECCB}"/>
                </a:ext>
              </a:extLst>
            </p:cNvPr>
            <p:cNvSpPr/>
            <p:nvPr/>
          </p:nvSpPr>
          <p:spPr>
            <a:xfrm>
              <a:off x="0" y="54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653908E-7E4C-7495-E95C-F69AEB245670}"/>
                </a:ext>
              </a:extLst>
            </p:cNvPr>
            <p:cNvSpPr/>
            <p:nvPr/>
          </p:nvSpPr>
          <p:spPr>
            <a:xfrm>
              <a:off x="0" y="351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Game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5D11652-7FCF-94F6-F545-A86AB5F2D5AB}"/>
                </a:ext>
              </a:extLst>
            </p:cNvPr>
            <p:cNvSpPr/>
            <p:nvPr/>
          </p:nvSpPr>
          <p:spPr>
            <a:xfrm>
              <a:off x="5760000" y="54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Hierarchy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2E93176-BC9B-F0BE-E387-F6D5663B1A00}"/>
                </a:ext>
              </a:extLst>
            </p:cNvPr>
            <p:cNvSpPr/>
            <p:nvPr/>
          </p:nvSpPr>
          <p:spPr>
            <a:xfrm>
              <a:off x="8640000" y="54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Inspector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FA9496B-E214-6E50-968B-BD580E2CA9CF}"/>
                </a:ext>
              </a:extLst>
            </p:cNvPr>
            <p:cNvSpPr/>
            <p:nvPr/>
          </p:nvSpPr>
          <p:spPr>
            <a:xfrm>
              <a:off x="5760000" y="351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B6F5BB1-15EF-B902-987A-6840690EFE4A}"/>
                </a:ext>
              </a:extLst>
            </p:cNvPr>
            <p:cNvSpPr/>
            <p:nvPr/>
          </p:nvSpPr>
          <p:spPr>
            <a:xfrm>
              <a:off x="8640000" y="351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Console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C6677BB-903D-0AE0-0460-15060371885D}"/>
                </a:ext>
              </a:extLst>
            </p:cNvPr>
            <p:cNvSpPr/>
            <p:nvPr/>
          </p:nvSpPr>
          <p:spPr>
            <a:xfrm>
              <a:off x="0" y="72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6E0E166-B082-1006-2829-4093B59355E3}"/>
                </a:ext>
              </a:extLst>
            </p:cNvPr>
            <p:cNvSpPr/>
            <p:nvPr/>
          </p:nvSpPr>
          <p:spPr>
            <a:xfrm>
              <a:off x="5760000" y="72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3C545CD-B19A-46C9-BEF3-B1581987AB32}"/>
                </a:ext>
              </a:extLst>
            </p:cNvPr>
            <p:cNvSpPr/>
            <p:nvPr/>
          </p:nvSpPr>
          <p:spPr>
            <a:xfrm>
              <a:off x="0" y="3690000"/>
              <a:ext cx="576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C8783A6-55D8-5DBD-A411-1719BF888D72}"/>
                </a:ext>
              </a:extLst>
            </p:cNvPr>
            <p:cNvSpPr/>
            <p:nvPr/>
          </p:nvSpPr>
          <p:spPr>
            <a:xfrm>
              <a:off x="8640000" y="369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D9AC5C-0232-7CF8-07C2-AE8B468339C6}"/>
                </a:ext>
              </a:extLst>
            </p:cNvPr>
            <p:cNvSpPr/>
            <p:nvPr/>
          </p:nvSpPr>
          <p:spPr>
            <a:xfrm>
              <a:off x="5760000" y="369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905C69-D01A-179E-038C-C92B3FEC91B8}"/>
                </a:ext>
              </a:extLst>
            </p:cNvPr>
            <p:cNvSpPr/>
            <p:nvPr/>
          </p:nvSpPr>
          <p:spPr>
            <a:xfrm>
              <a:off x="0" y="180000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36E1943-1C74-D1EC-2A2E-A690314B0332}"/>
                </a:ext>
              </a:extLst>
            </p:cNvPr>
            <p:cNvSpPr/>
            <p:nvPr/>
          </p:nvSpPr>
          <p:spPr>
            <a:xfrm>
              <a:off x="360000" y="18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Settings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1474BCE-BC85-032C-1896-1F26894FB342}"/>
                </a:ext>
              </a:extLst>
            </p:cNvPr>
            <p:cNvSpPr/>
            <p:nvPr/>
          </p:nvSpPr>
          <p:spPr>
            <a:xfrm>
              <a:off x="5220000" y="360000"/>
              <a:ext cx="5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Play/Stop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1474BCE-BC85-032C-1896-1F26894FB342}"/>
                </a:ext>
              </a:extLst>
            </p:cNvPr>
            <p:cNvSpPr/>
            <p:nvPr/>
          </p:nvSpPr>
          <p:spPr>
            <a:xfrm>
              <a:off x="5760000" y="360000"/>
              <a:ext cx="5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Pause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BD0B286-DAD0-03E4-5A7A-049CE7F39BE0}"/>
                </a:ext>
              </a:extLst>
            </p:cNvPr>
            <p:cNvSpPr/>
            <p:nvPr/>
          </p:nvSpPr>
          <p:spPr>
            <a:xfrm>
              <a:off x="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View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4240453-8A8C-0500-90B7-62ABB752741F}"/>
                </a:ext>
              </a:extLst>
            </p:cNvPr>
            <p:cNvSpPr/>
            <p:nvPr/>
          </p:nvSpPr>
          <p:spPr>
            <a:xfrm>
              <a:off x="54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Move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186B6A8-F58D-E79D-F10F-9B2F281BCEBD}"/>
                </a:ext>
              </a:extLst>
            </p:cNvPr>
            <p:cNvSpPr/>
            <p:nvPr/>
          </p:nvSpPr>
          <p:spPr>
            <a:xfrm>
              <a:off x="108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Rotate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9A20BA9-BFCD-6F29-277B-6B97FD140135}"/>
                </a:ext>
              </a:extLst>
            </p:cNvPr>
            <p:cNvSpPr/>
            <p:nvPr/>
          </p:nvSpPr>
          <p:spPr>
            <a:xfrm>
              <a:off x="162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Scale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63A2D74-17F6-D89D-8CC8-25DBCFC67E65}"/>
                </a:ext>
              </a:extLst>
            </p:cNvPr>
            <p:cNvSpPr/>
            <p:nvPr/>
          </p:nvSpPr>
          <p:spPr>
            <a:xfrm>
              <a:off x="576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52619E5-C7F5-F31F-A638-4DBC71F0D7B6}"/>
                </a:ext>
              </a:extLst>
            </p:cNvPr>
            <p:cNvSpPr/>
            <p:nvPr/>
          </p:nvSpPr>
          <p:spPr>
            <a:xfrm>
              <a:off x="864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Clear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05A30EE-CAAA-EF4C-6464-47B04C0035F2}"/>
                </a:ext>
              </a:extLst>
            </p:cNvPr>
            <p:cNvSpPr/>
            <p:nvPr/>
          </p:nvSpPr>
          <p:spPr>
            <a:xfrm>
              <a:off x="1098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Error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EA8F32B-0C9E-FC3E-8CA0-3820DC751C1F}"/>
                </a:ext>
              </a:extLst>
            </p:cNvPr>
            <p:cNvSpPr/>
            <p:nvPr/>
          </p:nvSpPr>
          <p:spPr>
            <a:xfrm>
              <a:off x="1044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Warning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D816D4-4F17-1FE9-D699-9024D8284CA8}"/>
                </a:ext>
              </a:extLst>
            </p:cNvPr>
            <p:cNvSpPr/>
            <p:nvPr/>
          </p:nvSpPr>
          <p:spPr>
            <a:xfrm>
              <a:off x="990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Log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7B263F8-66A3-04C1-4F52-052A5D6171B0}"/>
                </a:ext>
              </a:extLst>
            </p:cNvPr>
            <p:cNvSpPr/>
            <p:nvPr/>
          </p:nvSpPr>
          <p:spPr>
            <a:xfrm>
              <a:off x="8640000" y="5400000"/>
              <a:ext cx="2880000" cy="10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detail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407BC66-B11C-C7F2-417B-E0F178E5E325}"/>
                </a:ext>
              </a:extLst>
            </p:cNvPr>
            <p:cNvSpPr/>
            <p:nvPr/>
          </p:nvSpPr>
          <p:spPr>
            <a:xfrm>
              <a:off x="5760000" y="3870000"/>
              <a:ext cx="1080000" cy="261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Folder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A0784E1-698F-9832-CD13-CA447C4F3AF3}"/>
                </a:ext>
              </a:extLst>
            </p:cNvPr>
            <p:cNvSpPr/>
            <p:nvPr/>
          </p:nvSpPr>
          <p:spPr>
            <a:xfrm>
              <a:off x="6840000" y="3870000"/>
              <a:ext cx="1800000" cy="261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A77AEEB-05A4-7C48-8FB8-6A83C1C106A0}"/>
                </a:ext>
              </a:extLst>
            </p:cNvPr>
            <p:cNvSpPr/>
            <p:nvPr/>
          </p:nvSpPr>
          <p:spPr>
            <a:xfrm>
              <a:off x="8640000" y="3870000"/>
              <a:ext cx="2880000" cy="153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Console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D9F7C50-47E5-86C2-F870-9CFB1F30FE73}"/>
                </a:ext>
              </a:extLst>
            </p:cNvPr>
            <p:cNvSpPr/>
            <p:nvPr/>
          </p:nvSpPr>
          <p:spPr>
            <a:xfrm>
              <a:off x="0" y="0"/>
              <a:ext cx="1440000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Proto-</a:t>
              </a:r>
              <a:r>
                <a:rPr lang="en-US" altLang="ko-KR" dirty="0" err="1">
                  <a:solidFill>
                    <a:schemeClr val="tx1"/>
                  </a:solidFill>
                </a:rPr>
                <a:t>ProjectName</a:t>
              </a:r>
              <a:r>
                <a:rPr lang="en-US" altLang="ko-KR" dirty="0">
                  <a:solidFill>
                    <a:schemeClr val="tx1"/>
                  </a:solidFill>
                </a:rPr>
                <a:t>-</a:t>
              </a:r>
              <a:r>
                <a:rPr lang="en-US" altLang="ko-KR" dirty="0" err="1">
                  <a:solidFill>
                    <a:schemeClr val="tx1"/>
                  </a:solidFill>
                </a:rPr>
                <a:t>SceneName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02C590D-0087-845E-F6B8-7F39B7533FD2}"/>
                </a:ext>
              </a:extLst>
            </p:cNvPr>
            <p:cNvSpPr/>
            <p:nvPr/>
          </p:nvSpPr>
          <p:spPr>
            <a:xfrm>
              <a:off x="10080000" y="0"/>
              <a:ext cx="1440000" cy="1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최소화</a:t>
              </a:r>
              <a:r>
                <a:rPr lang="en-US" altLang="ko-KR" dirty="0">
                  <a:solidFill>
                    <a:schemeClr val="tx1"/>
                  </a:solidFill>
                </a:rPr>
                <a:t>, </a:t>
              </a:r>
              <a:r>
                <a:rPr lang="ko-KR" altLang="en-US" dirty="0">
                  <a:solidFill>
                    <a:schemeClr val="tx1"/>
                  </a:solidFill>
                </a:rPr>
                <a:t>최대화</a:t>
              </a:r>
              <a:r>
                <a:rPr lang="en-US" altLang="ko-KR" dirty="0">
                  <a:solidFill>
                    <a:schemeClr val="tx1"/>
                  </a:solidFill>
                </a:rPr>
                <a:t>, </a:t>
              </a:r>
              <a:r>
                <a:rPr lang="ko-KR" altLang="en-US" dirty="0">
                  <a:solidFill>
                    <a:schemeClr val="tx1"/>
                  </a:solidFill>
                </a:rPr>
                <a:t>종료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9F63429-9C0D-4D77-C4BD-DC3AE182AE2D}"/>
                </a:ext>
              </a:extLst>
            </p:cNvPr>
            <p:cNvSpPr/>
            <p:nvPr/>
          </p:nvSpPr>
          <p:spPr>
            <a:xfrm>
              <a:off x="900000" y="18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Layout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650161B-14B1-481D-148D-F2A0F055F402}"/>
                </a:ext>
              </a:extLst>
            </p:cNvPr>
            <p:cNvSpPr/>
            <p:nvPr/>
          </p:nvSpPr>
          <p:spPr>
            <a:xfrm>
              <a:off x="576000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4AA0F09-1E83-4CCF-AE31-6BEC63F7C4EE}"/>
                </a:ext>
              </a:extLst>
            </p:cNvPr>
            <p:cNvSpPr/>
            <p:nvPr/>
          </p:nvSpPr>
          <p:spPr>
            <a:xfrm>
              <a:off x="8640000" y="720000"/>
              <a:ext cx="288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E0D6C2A-CECE-9492-C644-FF2C9540920E}"/>
                </a:ext>
              </a:extLst>
            </p:cNvPr>
            <p:cNvSpPr/>
            <p:nvPr/>
          </p:nvSpPr>
          <p:spPr>
            <a:xfrm>
              <a:off x="8640000" y="72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48E78EC-01BF-3270-85BA-93DA062286DA}"/>
                </a:ext>
              </a:extLst>
            </p:cNvPr>
            <p:cNvSpPr/>
            <p:nvPr/>
          </p:nvSpPr>
          <p:spPr>
            <a:xfrm>
              <a:off x="0" y="3690000"/>
              <a:ext cx="54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Aspect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A6175F0-D15A-B489-1F0E-58640302B210}"/>
                </a:ext>
              </a:extLst>
            </p:cNvPr>
            <p:cNvSpPr/>
            <p:nvPr/>
          </p:nvSpPr>
          <p:spPr>
            <a:xfrm>
              <a:off x="6840000" y="3870000"/>
              <a:ext cx="1800000" cy="1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파일 경로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995F878-576B-6ACC-A1DD-AC016EB83E49}"/>
                </a:ext>
              </a:extLst>
            </p:cNvPr>
            <p:cNvSpPr/>
            <p:nvPr/>
          </p:nvSpPr>
          <p:spPr>
            <a:xfrm>
              <a:off x="1440000" y="18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Help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138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7E48F3B-0ECB-023A-950A-2B56DA708C68}"/>
              </a:ext>
            </a:extLst>
          </p:cNvPr>
          <p:cNvGrpSpPr/>
          <p:nvPr/>
        </p:nvGrpSpPr>
        <p:grpSpPr>
          <a:xfrm>
            <a:off x="0" y="0"/>
            <a:ext cx="1440000" cy="1980000"/>
            <a:chOff x="0" y="0"/>
            <a:chExt cx="1440000" cy="198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C3D7725-8931-FFC8-E1BE-5A38D3097E4D}"/>
                </a:ext>
              </a:extLst>
            </p:cNvPr>
            <p:cNvSpPr/>
            <p:nvPr/>
          </p:nvSpPr>
          <p:spPr>
            <a:xfrm>
              <a:off x="0" y="0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File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D50D86E-7112-F99C-0AF2-C1D11DB80FBD}"/>
                </a:ext>
              </a:extLst>
            </p:cNvPr>
            <p:cNvSpPr/>
            <p:nvPr/>
          </p:nvSpPr>
          <p:spPr>
            <a:xfrm>
              <a:off x="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New Scene (Ctrl + N)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E32F602-7139-2B34-72B8-954E1D12B94D}"/>
                </a:ext>
              </a:extLst>
            </p:cNvPr>
            <p:cNvSpPr/>
            <p:nvPr/>
          </p:nvSpPr>
          <p:spPr>
            <a:xfrm>
              <a:off x="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Open Scene (Ctrl + O)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8A3EBFB-6BB2-8064-16EB-D71CB1EC7B16}"/>
                </a:ext>
              </a:extLst>
            </p:cNvPr>
            <p:cNvSpPr/>
            <p:nvPr/>
          </p:nvSpPr>
          <p:spPr>
            <a:xfrm>
              <a:off x="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Exit (Alt + F4)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811D7C-6F6E-0505-9705-16D77C2924AE}"/>
                </a:ext>
              </a:extLst>
            </p:cNvPr>
            <p:cNvSpPr/>
            <p:nvPr/>
          </p:nvSpPr>
          <p:spPr>
            <a:xfrm>
              <a:off x="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Save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(Ctrl + S)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C000AC4-A7C5-3243-4B2A-20D68B24B7F0}"/>
                </a:ext>
              </a:extLst>
            </p:cNvPr>
            <p:cNvSpPr/>
            <p:nvPr/>
          </p:nvSpPr>
          <p:spPr>
            <a:xfrm>
              <a:off x="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Save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As Scene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(Ctrl + Shift + S)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8E1E52D-AAE1-B179-6813-0544CCC12EA3}"/>
                </a:ext>
              </a:extLst>
            </p:cNvPr>
            <p:cNvSpPr/>
            <p:nvPr/>
          </p:nvSpPr>
          <p:spPr>
            <a:xfrm>
              <a:off x="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-----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71FBB64-7D87-ACFB-1D42-5C07C44D3C0B}"/>
                </a:ext>
              </a:extLst>
            </p:cNvPr>
            <p:cNvSpPr/>
            <p:nvPr/>
          </p:nvSpPr>
          <p:spPr>
            <a:xfrm>
              <a:off x="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New 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A62214-A1C6-BDC4-90B6-52C52C603FC0}"/>
                </a:ext>
              </a:extLst>
            </p:cNvPr>
            <p:cNvSpPr/>
            <p:nvPr/>
          </p:nvSpPr>
          <p:spPr>
            <a:xfrm>
              <a:off x="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Open 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28BCAC8-BA80-8578-51E5-681EC27882F5}"/>
                </a:ext>
              </a:extLst>
            </p:cNvPr>
            <p:cNvSpPr/>
            <p:nvPr/>
          </p:nvSpPr>
          <p:spPr>
            <a:xfrm>
              <a:off x="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Save Project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C2B8DE9-5C06-7EF5-8B99-08538DACF3E9}"/>
                </a:ext>
              </a:extLst>
            </p:cNvPr>
            <p:cNvSpPr/>
            <p:nvPr/>
          </p:nvSpPr>
          <p:spPr>
            <a:xfrm>
              <a:off x="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-----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576AB074-6A75-825F-3A0C-B96C74046C02}"/>
              </a:ext>
            </a:extLst>
          </p:cNvPr>
          <p:cNvGrpSpPr/>
          <p:nvPr/>
        </p:nvGrpSpPr>
        <p:grpSpPr>
          <a:xfrm>
            <a:off x="1800000" y="2942"/>
            <a:ext cx="1440000" cy="1980000"/>
            <a:chOff x="1800000" y="2942"/>
            <a:chExt cx="1440000" cy="19800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BCF79F0-8EEA-8618-4204-2601BE43E07D}"/>
                </a:ext>
              </a:extLst>
            </p:cNvPr>
            <p:cNvSpPr/>
            <p:nvPr/>
          </p:nvSpPr>
          <p:spPr>
            <a:xfrm>
              <a:off x="1800000" y="2942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Settings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3093EF-82CB-16B7-3B8E-2DDBB563BAB8}"/>
                </a:ext>
              </a:extLst>
            </p:cNvPr>
            <p:cNvSpPr/>
            <p:nvPr/>
          </p:nvSpPr>
          <p:spPr>
            <a:xfrm>
              <a:off x="1800000" y="18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9ECBA8C-22AA-B0B9-FD52-4793EB90CF15}"/>
                </a:ext>
              </a:extLst>
            </p:cNvPr>
            <p:cNvSpPr/>
            <p:nvPr/>
          </p:nvSpPr>
          <p:spPr>
            <a:xfrm>
              <a:off x="1800000" y="36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6C7C046-F5CF-4FF7-F2A4-6A44D105E5BC}"/>
                </a:ext>
              </a:extLst>
            </p:cNvPr>
            <p:cNvSpPr/>
            <p:nvPr/>
          </p:nvSpPr>
          <p:spPr>
            <a:xfrm>
              <a:off x="1800000" y="180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7325348-1820-1D25-3088-4C104B9771DB}"/>
                </a:ext>
              </a:extLst>
            </p:cNvPr>
            <p:cNvSpPr/>
            <p:nvPr/>
          </p:nvSpPr>
          <p:spPr>
            <a:xfrm>
              <a:off x="1800000" y="54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CF196B1-495D-C2A7-1007-9C187661461D}"/>
                </a:ext>
              </a:extLst>
            </p:cNvPr>
            <p:cNvSpPr/>
            <p:nvPr/>
          </p:nvSpPr>
          <p:spPr>
            <a:xfrm>
              <a:off x="1800000" y="72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C0C1FD0-105B-A151-DE31-39A94C0DC79A}"/>
                </a:ext>
              </a:extLst>
            </p:cNvPr>
            <p:cNvSpPr/>
            <p:nvPr/>
          </p:nvSpPr>
          <p:spPr>
            <a:xfrm>
              <a:off x="1800000" y="90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21F181C-AA5C-4730-3CC9-0D07AE4667C6}"/>
                </a:ext>
              </a:extLst>
            </p:cNvPr>
            <p:cNvSpPr/>
            <p:nvPr/>
          </p:nvSpPr>
          <p:spPr>
            <a:xfrm>
              <a:off x="1800000" y="108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BCD2596-8969-8B9E-364A-F78BDF941F43}"/>
                </a:ext>
              </a:extLst>
            </p:cNvPr>
            <p:cNvSpPr/>
            <p:nvPr/>
          </p:nvSpPr>
          <p:spPr>
            <a:xfrm>
              <a:off x="1800000" y="126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0FA48EC-C5E1-BDB3-11C8-6295916BE2D8}"/>
                </a:ext>
              </a:extLst>
            </p:cNvPr>
            <p:cNvSpPr/>
            <p:nvPr/>
          </p:nvSpPr>
          <p:spPr>
            <a:xfrm>
              <a:off x="1800000" y="144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176F411-2DD7-0982-F27C-43226C37763F}"/>
                </a:ext>
              </a:extLst>
            </p:cNvPr>
            <p:cNvSpPr/>
            <p:nvPr/>
          </p:nvSpPr>
          <p:spPr>
            <a:xfrm>
              <a:off x="1800000" y="1622942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A6A8847-0E98-5FD1-6348-D63003C66E09}"/>
              </a:ext>
            </a:extLst>
          </p:cNvPr>
          <p:cNvGrpSpPr/>
          <p:nvPr/>
        </p:nvGrpSpPr>
        <p:grpSpPr>
          <a:xfrm>
            <a:off x="3600000" y="0"/>
            <a:ext cx="1440000" cy="1980000"/>
            <a:chOff x="3600000" y="0"/>
            <a:chExt cx="1440000" cy="198000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CE19687-F458-4261-A82A-C61866D268CE}"/>
                </a:ext>
              </a:extLst>
            </p:cNvPr>
            <p:cNvSpPr/>
            <p:nvPr/>
          </p:nvSpPr>
          <p:spPr>
            <a:xfrm>
              <a:off x="3600000" y="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Help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98973AB-4AA7-104B-1648-1EE7809B3EB5}"/>
                </a:ext>
              </a:extLst>
            </p:cNvPr>
            <p:cNvSpPr/>
            <p:nvPr/>
          </p:nvSpPr>
          <p:spPr>
            <a:xfrm>
              <a:off x="36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Shortcuts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1DE83E1-5508-CF50-DFC9-525D40447559}"/>
                </a:ext>
              </a:extLst>
            </p:cNvPr>
            <p:cNvSpPr/>
            <p:nvPr/>
          </p:nvSpPr>
          <p:spPr>
            <a:xfrm>
              <a:off x="36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Proto API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15BAFA7-E0F4-7C92-D3DB-6EF948B1B5D0}"/>
                </a:ext>
              </a:extLst>
            </p:cNvPr>
            <p:cNvSpPr/>
            <p:nvPr/>
          </p:nvSpPr>
          <p:spPr>
            <a:xfrm>
              <a:off x="36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25E4D4D-6709-833E-698A-533B625D5C33}"/>
                </a:ext>
              </a:extLst>
            </p:cNvPr>
            <p:cNvSpPr/>
            <p:nvPr/>
          </p:nvSpPr>
          <p:spPr>
            <a:xfrm>
              <a:off x="360000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CA6C8E1-B454-F689-C120-490C98ECD6AB}"/>
                </a:ext>
              </a:extLst>
            </p:cNvPr>
            <p:cNvSpPr/>
            <p:nvPr/>
          </p:nvSpPr>
          <p:spPr>
            <a:xfrm>
              <a:off x="360000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18312A4-F524-A6D1-BA07-F2689F74E0BE}"/>
                </a:ext>
              </a:extLst>
            </p:cNvPr>
            <p:cNvSpPr/>
            <p:nvPr/>
          </p:nvSpPr>
          <p:spPr>
            <a:xfrm>
              <a:off x="360000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E87A0F6-0999-71FC-0DF2-45DBC205DC75}"/>
                </a:ext>
              </a:extLst>
            </p:cNvPr>
            <p:cNvSpPr/>
            <p:nvPr/>
          </p:nvSpPr>
          <p:spPr>
            <a:xfrm>
              <a:off x="36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DDED3CF-6B60-CAA1-4FE1-0765A05ED710}"/>
                </a:ext>
              </a:extLst>
            </p:cNvPr>
            <p:cNvSpPr/>
            <p:nvPr/>
          </p:nvSpPr>
          <p:spPr>
            <a:xfrm>
              <a:off x="360000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8D57E01-DCDF-A989-09DA-B798641A7C3B}"/>
                </a:ext>
              </a:extLst>
            </p:cNvPr>
            <p:cNvSpPr/>
            <p:nvPr/>
          </p:nvSpPr>
          <p:spPr>
            <a:xfrm>
              <a:off x="360000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82461A5-9FA6-2B48-5785-7C8B8AF7AB97}"/>
                </a:ext>
              </a:extLst>
            </p:cNvPr>
            <p:cNvSpPr/>
            <p:nvPr/>
          </p:nvSpPr>
          <p:spPr>
            <a:xfrm>
              <a:off x="36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69260430-AF9F-01CA-1F3C-31347A90990D}"/>
              </a:ext>
            </a:extLst>
          </p:cNvPr>
          <p:cNvGrpSpPr/>
          <p:nvPr/>
        </p:nvGrpSpPr>
        <p:grpSpPr>
          <a:xfrm>
            <a:off x="5400000" y="0"/>
            <a:ext cx="1440000" cy="1980000"/>
            <a:chOff x="5400000" y="0"/>
            <a:chExt cx="1440000" cy="198000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82F4C29-71E1-62BD-8000-28FB1D604156}"/>
                </a:ext>
              </a:extLst>
            </p:cNvPr>
            <p:cNvSpPr/>
            <p:nvPr/>
          </p:nvSpPr>
          <p:spPr>
            <a:xfrm>
              <a:off x="5400000" y="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Layout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A0323F5-FF21-8BCF-E04A-B522097E8524}"/>
                </a:ext>
              </a:extLst>
            </p:cNvPr>
            <p:cNvSpPr/>
            <p:nvPr/>
          </p:nvSpPr>
          <p:spPr>
            <a:xfrm>
              <a:off x="54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Default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57AC077-C5C1-2A42-877C-C64083854CA4}"/>
                </a:ext>
              </a:extLst>
            </p:cNvPr>
            <p:cNvSpPr/>
            <p:nvPr/>
          </p:nvSpPr>
          <p:spPr>
            <a:xfrm>
              <a:off x="54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E19EEF4-CA77-96DA-EEB4-6266EA9ED7D7}"/>
                </a:ext>
              </a:extLst>
            </p:cNvPr>
            <p:cNvSpPr/>
            <p:nvPr/>
          </p:nvSpPr>
          <p:spPr>
            <a:xfrm>
              <a:off x="54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B99C94F-53BC-23EE-1435-450C37E81C85}"/>
                </a:ext>
              </a:extLst>
            </p:cNvPr>
            <p:cNvSpPr/>
            <p:nvPr/>
          </p:nvSpPr>
          <p:spPr>
            <a:xfrm>
              <a:off x="540000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C85CF2C-ACB6-4CD5-E71A-B0ABCE294CC3}"/>
                </a:ext>
              </a:extLst>
            </p:cNvPr>
            <p:cNvSpPr/>
            <p:nvPr/>
          </p:nvSpPr>
          <p:spPr>
            <a:xfrm>
              <a:off x="540000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8070C18-FEEB-7435-0FD6-C8CA27CF68BE}"/>
                </a:ext>
              </a:extLst>
            </p:cNvPr>
            <p:cNvSpPr/>
            <p:nvPr/>
          </p:nvSpPr>
          <p:spPr>
            <a:xfrm>
              <a:off x="540000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772A6BD-8E35-6F32-BF2A-9680DA7D43FB}"/>
                </a:ext>
              </a:extLst>
            </p:cNvPr>
            <p:cNvSpPr/>
            <p:nvPr/>
          </p:nvSpPr>
          <p:spPr>
            <a:xfrm>
              <a:off x="54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AE6063F-3691-2331-FDA8-2A17B5E63CDF}"/>
                </a:ext>
              </a:extLst>
            </p:cNvPr>
            <p:cNvSpPr/>
            <p:nvPr/>
          </p:nvSpPr>
          <p:spPr>
            <a:xfrm>
              <a:off x="540000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43C38C0-9828-F553-2A59-52AEB00BE9DD}"/>
                </a:ext>
              </a:extLst>
            </p:cNvPr>
            <p:cNvSpPr/>
            <p:nvPr/>
          </p:nvSpPr>
          <p:spPr>
            <a:xfrm>
              <a:off x="540000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01B685B-BC58-A9A9-DDAE-2041CCF5E32B}"/>
                </a:ext>
              </a:extLst>
            </p:cNvPr>
            <p:cNvSpPr/>
            <p:nvPr/>
          </p:nvSpPr>
          <p:spPr>
            <a:xfrm>
              <a:off x="54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A103D66-F9AF-1DA3-8DE3-37015B18A4AA}"/>
              </a:ext>
            </a:extLst>
          </p:cNvPr>
          <p:cNvGrpSpPr/>
          <p:nvPr/>
        </p:nvGrpSpPr>
        <p:grpSpPr>
          <a:xfrm>
            <a:off x="7200000" y="0"/>
            <a:ext cx="1440000" cy="1980000"/>
            <a:chOff x="7200000" y="0"/>
            <a:chExt cx="1440000" cy="1980000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A55292B-53FF-8838-C7E9-F9A2450EF1F2}"/>
                </a:ext>
              </a:extLst>
            </p:cNvPr>
            <p:cNvSpPr/>
            <p:nvPr/>
          </p:nvSpPr>
          <p:spPr>
            <a:xfrm>
              <a:off x="7200000" y="0"/>
              <a:ext cx="7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 (Hierarchy)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3A98529-A75D-C6E4-4125-88771D0ED565}"/>
                </a:ext>
              </a:extLst>
            </p:cNvPr>
            <p:cNvSpPr/>
            <p:nvPr/>
          </p:nvSpPr>
          <p:spPr>
            <a:xfrm>
              <a:off x="72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Empty (Ctrl + Shift + N)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1A7AD07-3DC8-8CFF-BC00-10FE28694840}"/>
                </a:ext>
              </a:extLst>
            </p:cNvPr>
            <p:cNvSpPr/>
            <p:nvPr/>
          </p:nvSpPr>
          <p:spPr>
            <a:xfrm>
              <a:off x="72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Cube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D37D54-1CBD-FAB3-3807-1DC441659A87}"/>
                </a:ext>
              </a:extLst>
            </p:cNvPr>
            <p:cNvSpPr/>
            <p:nvPr/>
          </p:nvSpPr>
          <p:spPr>
            <a:xfrm>
              <a:off x="7200000" y="180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Text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15DA0A5-8693-3E9F-79CE-2019BCE83C06}"/>
                </a:ext>
              </a:extLst>
            </p:cNvPr>
            <p:cNvSpPr/>
            <p:nvPr/>
          </p:nvSpPr>
          <p:spPr>
            <a:xfrm>
              <a:off x="7200000" y="5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Sphere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36BD349-39B2-1434-4871-35A3CC1580CF}"/>
                </a:ext>
              </a:extLst>
            </p:cNvPr>
            <p:cNvSpPr/>
            <p:nvPr/>
          </p:nvSpPr>
          <p:spPr>
            <a:xfrm>
              <a:off x="7200000" y="7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Cylinder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A0DC55C-2D65-1DFE-BF42-0617D25544C7}"/>
                </a:ext>
              </a:extLst>
            </p:cNvPr>
            <p:cNvSpPr/>
            <p:nvPr/>
          </p:nvSpPr>
          <p:spPr>
            <a:xfrm>
              <a:off x="7200000" y="9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Plane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AD32BB4-84A2-7493-015E-75D1F000242A}"/>
                </a:ext>
              </a:extLst>
            </p:cNvPr>
            <p:cNvSpPr/>
            <p:nvPr/>
          </p:nvSpPr>
          <p:spPr>
            <a:xfrm>
              <a:off x="72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Text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CCAE4C8-BACE-7D51-3886-8BF035B5801C}"/>
                </a:ext>
              </a:extLst>
            </p:cNvPr>
            <p:cNvSpPr/>
            <p:nvPr/>
          </p:nvSpPr>
          <p:spPr>
            <a:xfrm>
              <a:off x="7200000" y="12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Camera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789D059-F76D-ED77-F640-DD85F1662CC3}"/>
                </a:ext>
              </a:extLst>
            </p:cNvPr>
            <p:cNvSpPr/>
            <p:nvPr/>
          </p:nvSpPr>
          <p:spPr>
            <a:xfrm>
              <a:off x="7200000" y="14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UI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46A0958-5BC7-1DC0-3A06-26DE98BFFBE0}"/>
                </a:ext>
              </a:extLst>
            </p:cNvPr>
            <p:cNvSpPr/>
            <p:nvPr/>
          </p:nvSpPr>
          <p:spPr>
            <a:xfrm>
              <a:off x="7200000" y="162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Canvas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19B3A31-40AD-4B43-CE4C-1A68BDA11E23}"/>
              </a:ext>
            </a:extLst>
          </p:cNvPr>
          <p:cNvGrpSpPr/>
          <p:nvPr/>
        </p:nvGrpSpPr>
        <p:grpSpPr>
          <a:xfrm>
            <a:off x="0" y="2160000"/>
            <a:ext cx="1440000" cy="1980000"/>
            <a:chOff x="0" y="2160000"/>
            <a:chExt cx="1440000" cy="198000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F33F41D4-4283-F6A5-85FF-3804DDA251A9}"/>
                </a:ext>
              </a:extLst>
            </p:cNvPr>
            <p:cNvSpPr/>
            <p:nvPr/>
          </p:nvSpPr>
          <p:spPr>
            <a:xfrm>
              <a:off x="0" y="2160000"/>
              <a:ext cx="5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Aspect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E97CF88-6188-E929-CADC-12D920337C8A}"/>
                </a:ext>
              </a:extLst>
            </p:cNvPr>
            <p:cNvSpPr/>
            <p:nvPr/>
          </p:nvSpPr>
          <p:spPr>
            <a:xfrm>
              <a:off x="0" y="23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Free Aspect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1AD8A27-A1CE-0949-BE83-8DCB01124030}"/>
                </a:ext>
              </a:extLst>
            </p:cNvPr>
            <p:cNvSpPr/>
            <p:nvPr/>
          </p:nvSpPr>
          <p:spPr>
            <a:xfrm>
              <a:off x="0" y="25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16:9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BE4268E-5176-8874-BEB1-B9C1EEFBDDC6}"/>
                </a:ext>
              </a:extLst>
            </p:cNvPr>
            <p:cNvSpPr/>
            <p:nvPr/>
          </p:nvSpPr>
          <p:spPr>
            <a:xfrm>
              <a:off x="0" y="39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BB931D4-31F8-1A03-4AC9-B3C55736E93D}"/>
                </a:ext>
              </a:extLst>
            </p:cNvPr>
            <p:cNvSpPr/>
            <p:nvPr/>
          </p:nvSpPr>
          <p:spPr>
            <a:xfrm>
              <a:off x="0" y="27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1:1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07F24A71-1AD8-38B2-29B1-76718D1F47EB}"/>
                </a:ext>
              </a:extLst>
            </p:cNvPr>
            <p:cNvSpPr/>
            <p:nvPr/>
          </p:nvSpPr>
          <p:spPr>
            <a:xfrm>
              <a:off x="0" y="28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9:16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B4184B8-1EE6-B7F1-7DF0-F13360941EC5}"/>
                </a:ext>
              </a:extLst>
            </p:cNvPr>
            <p:cNvSpPr/>
            <p:nvPr/>
          </p:nvSpPr>
          <p:spPr>
            <a:xfrm>
              <a:off x="0" y="30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128594-5029-7ED2-5F90-7AA46AC4F9E1}"/>
                </a:ext>
              </a:extLst>
            </p:cNvPr>
            <p:cNvSpPr/>
            <p:nvPr/>
          </p:nvSpPr>
          <p:spPr>
            <a:xfrm>
              <a:off x="0" y="32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E8812A2-8492-616D-F9FA-22C1D64C933C}"/>
                </a:ext>
              </a:extLst>
            </p:cNvPr>
            <p:cNvSpPr/>
            <p:nvPr/>
          </p:nvSpPr>
          <p:spPr>
            <a:xfrm>
              <a:off x="0" y="34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4AB8E328-7DF1-1623-D09C-DE854AE913FE}"/>
                </a:ext>
              </a:extLst>
            </p:cNvPr>
            <p:cNvSpPr/>
            <p:nvPr/>
          </p:nvSpPr>
          <p:spPr>
            <a:xfrm>
              <a:off x="0" y="36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07689D94-4B16-CE6F-BB98-03E830936733}"/>
                </a:ext>
              </a:extLst>
            </p:cNvPr>
            <p:cNvSpPr/>
            <p:nvPr/>
          </p:nvSpPr>
          <p:spPr>
            <a:xfrm>
              <a:off x="0" y="37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5A13CD1-2E3B-54D6-32EE-0E69AFF43F1F}"/>
              </a:ext>
            </a:extLst>
          </p:cNvPr>
          <p:cNvGrpSpPr/>
          <p:nvPr/>
        </p:nvGrpSpPr>
        <p:grpSpPr>
          <a:xfrm>
            <a:off x="1800000" y="2160000"/>
            <a:ext cx="1440000" cy="1980000"/>
            <a:chOff x="1800000" y="2160000"/>
            <a:chExt cx="1440000" cy="1980000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B6717A3-A071-6986-78B0-96C3CB645665}"/>
                </a:ext>
              </a:extLst>
            </p:cNvPr>
            <p:cNvSpPr/>
            <p:nvPr/>
          </p:nvSpPr>
          <p:spPr>
            <a:xfrm>
              <a:off x="1800000" y="2160000"/>
              <a:ext cx="7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 (Project)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C22D127-D2C1-3590-9438-F9F8975BA24F}"/>
                </a:ext>
              </a:extLst>
            </p:cNvPr>
            <p:cNvSpPr/>
            <p:nvPr/>
          </p:nvSpPr>
          <p:spPr>
            <a:xfrm>
              <a:off x="1800000" y="23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Folder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F034167-1FA1-7330-8FF4-56F7C8E26F7D}"/>
                </a:ext>
              </a:extLst>
            </p:cNvPr>
            <p:cNvSpPr/>
            <p:nvPr/>
          </p:nvSpPr>
          <p:spPr>
            <a:xfrm>
              <a:off x="1800000" y="25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Script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28C776C-771F-139C-8F4E-8CB2E0766C49}"/>
                </a:ext>
              </a:extLst>
            </p:cNvPr>
            <p:cNvSpPr/>
            <p:nvPr/>
          </p:nvSpPr>
          <p:spPr>
            <a:xfrm>
              <a:off x="1800000" y="39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92C5C3C3-D8DD-3FD2-F234-C2E4A2CEC703}"/>
                </a:ext>
              </a:extLst>
            </p:cNvPr>
            <p:cNvSpPr/>
            <p:nvPr/>
          </p:nvSpPr>
          <p:spPr>
            <a:xfrm>
              <a:off x="1800000" y="27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Scene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535924F-7BBD-91C7-29B0-BF939E39A5D4}"/>
                </a:ext>
              </a:extLst>
            </p:cNvPr>
            <p:cNvSpPr/>
            <p:nvPr/>
          </p:nvSpPr>
          <p:spPr>
            <a:xfrm>
              <a:off x="1800000" y="28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27E62FA-6C19-32CF-564B-7E0DFB3DFF17}"/>
                </a:ext>
              </a:extLst>
            </p:cNvPr>
            <p:cNvSpPr/>
            <p:nvPr/>
          </p:nvSpPr>
          <p:spPr>
            <a:xfrm>
              <a:off x="1800000" y="30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F3D5FB8-238F-17C0-A25B-7275EDD00E8D}"/>
                </a:ext>
              </a:extLst>
            </p:cNvPr>
            <p:cNvSpPr/>
            <p:nvPr/>
          </p:nvSpPr>
          <p:spPr>
            <a:xfrm>
              <a:off x="1800000" y="324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7C93DE2-4773-F97F-E1C1-7BEA84109542}"/>
                </a:ext>
              </a:extLst>
            </p:cNvPr>
            <p:cNvSpPr/>
            <p:nvPr/>
          </p:nvSpPr>
          <p:spPr>
            <a:xfrm>
              <a:off x="1800000" y="34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EA6A3E-1988-ED80-DB8F-2CC8F44E603E}"/>
                </a:ext>
              </a:extLst>
            </p:cNvPr>
            <p:cNvSpPr/>
            <p:nvPr/>
          </p:nvSpPr>
          <p:spPr>
            <a:xfrm>
              <a:off x="1800000" y="36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7BECEAC-58B4-6323-FA28-04876B9D0603}"/>
                </a:ext>
              </a:extLst>
            </p:cNvPr>
            <p:cNvSpPr/>
            <p:nvPr/>
          </p:nvSpPr>
          <p:spPr>
            <a:xfrm>
              <a:off x="1800000" y="37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F331A93D-4A26-DAC3-B0EA-C8B092E5D7E8}"/>
              </a:ext>
            </a:extLst>
          </p:cNvPr>
          <p:cNvGrpSpPr/>
          <p:nvPr/>
        </p:nvGrpSpPr>
        <p:grpSpPr>
          <a:xfrm>
            <a:off x="9000000" y="0"/>
            <a:ext cx="1440000" cy="2520000"/>
            <a:chOff x="9000000" y="0"/>
            <a:chExt cx="1440000" cy="252000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C1A1DD0-4880-AA2E-C888-1BDA18B0A4AF}"/>
                </a:ext>
              </a:extLst>
            </p:cNvPr>
            <p:cNvSpPr/>
            <p:nvPr/>
          </p:nvSpPr>
          <p:spPr>
            <a:xfrm>
              <a:off x="9000000" y="0"/>
              <a:ext cx="72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 (Inspector)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7B5A3E0-A6AC-5E51-839F-F69279BFFFCD}"/>
                </a:ext>
              </a:extLst>
            </p:cNvPr>
            <p:cNvSpPr/>
            <p:nvPr/>
          </p:nvSpPr>
          <p:spPr>
            <a:xfrm>
              <a:off x="9000000" y="1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Mesh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FDA81BD-7C7D-3784-7531-2AD5F47BE8FF}"/>
                </a:ext>
              </a:extLst>
            </p:cNvPr>
            <p:cNvSpPr/>
            <p:nvPr/>
          </p:nvSpPr>
          <p:spPr>
            <a:xfrm>
              <a:off x="9000000" y="36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Physics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F38DE31-48D4-64A4-140E-23EE4B8036EB}"/>
                </a:ext>
              </a:extLst>
            </p:cNvPr>
            <p:cNvSpPr/>
            <p:nvPr/>
          </p:nvSpPr>
          <p:spPr>
            <a:xfrm>
              <a:off x="9000000" y="180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Light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2A89123-6337-1DC9-E3ED-DD04697BD144}"/>
                </a:ext>
              </a:extLst>
            </p:cNvPr>
            <p:cNvSpPr/>
            <p:nvPr/>
          </p:nvSpPr>
          <p:spPr>
            <a:xfrm>
              <a:off x="9000000" y="54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Box Collider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C44C70F-1301-0BE2-803B-D2507D2CB90C}"/>
                </a:ext>
              </a:extLst>
            </p:cNvPr>
            <p:cNvSpPr/>
            <p:nvPr/>
          </p:nvSpPr>
          <p:spPr>
            <a:xfrm>
              <a:off x="9000000" y="72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Sphere Collider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1697AC4-B572-0609-3863-22B16D4B9DDC}"/>
                </a:ext>
              </a:extLst>
            </p:cNvPr>
            <p:cNvSpPr/>
            <p:nvPr/>
          </p:nvSpPr>
          <p:spPr>
            <a:xfrm>
              <a:off x="9000000" y="90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</a:t>
              </a:r>
              <a:r>
                <a:rPr lang="en-US" altLang="ko-KR" dirty="0" err="1">
                  <a:solidFill>
                    <a:schemeClr val="tx1"/>
                  </a:solidFill>
                </a:rPr>
                <a:t>Rigidbody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0C40C97-7EB0-5CC3-F4A1-4993A2DA513A}"/>
                </a:ext>
              </a:extLst>
            </p:cNvPr>
            <p:cNvSpPr/>
            <p:nvPr/>
          </p:nvSpPr>
          <p:spPr>
            <a:xfrm>
              <a:off x="9000000" y="10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Scripts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E2F2F3A-4065-B284-DDA6-3BBBA3E8C218}"/>
                </a:ext>
              </a:extLst>
            </p:cNvPr>
            <p:cNvSpPr/>
            <p:nvPr/>
          </p:nvSpPr>
          <p:spPr>
            <a:xfrm>
              <a:off x="9000000" y="126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Script …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55566FA-E411-28BE-4607-65A9F6B14F6E}"/>
                </a:ext>
              </a:extLst>
            </p:cNvPr>
            <p:cNvSpPr/>
            <p:nvPr/>
          </p:nvSpPr>
          <p:spPr>
            <a:xfrm>
              <a:off x="9000000" y="144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New Script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2FD5D4B1-9346-9C9B-DE0E-8169DB92BB46}"/>
                </a:ext>
              </a:extLst>
            </p:cNvPr>
            <p:cNvSpPr/>
            <p:nvPr/>
          </p:nvSpPr>
          <p:spPr>
            <a:xfrm>
              <a:off x="9000000" y="162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Camera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02F8896-2909-F983-29B6-C0A8BDF0D303}"/>
                </a:ext>
              </a:extLst>
            </p:cNvPr>
            <p:cNvSpPr/>
            <p:nvPr/>
          </p:nvSpPr>
          <p:spPr>
            <a:xfrm>
              <a:off x="9000000" y="1980000"/>
              <a:ext cx="144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UI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549F564-83D7-65F1-BC3D-8A185506E222}"/>
                </a:ext>
              </a:extLst>
            </p:cNvPr>
            <p:cNvSpPr/>
            <p:nvPr/>
          </p:nvSpPr>
          <p:spPr>
            <a:xfrm>
              <a:off x="9000000" y="216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Canvas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DA62807-8E7A-153F-6FD7-898ADE92C653}"/>
                </a:ext>
              </a:extLst>
            </p:cNvPr>
            <p:cNvSpPr/>
            <p:nvPr/>
          </p:nvSpPr>
          <p:spPr>
            <a:xfrm>
              <a:off x="9000000" y="2340000"/>
              <a:ext cx="144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40000" lnSpcReduction="20000"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 Text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155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2156939-427A-D4F9-9F17-EBB86442555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622685191"/>
              </p:ext>
            </p:extLst>
          </p:nvPr>
        </p:nvGraphicFramePr>
        <p:xfrm>
          <a:off x="2032000" y="0"/>
          <a:ext cx="8128000" cy="6035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454">
                  <a:extLst>
                    <a:ext uri="{9D8B030D-6E8A-4147-A177-3AD203B41FA5}">
                      <a16:colId xmlns:a16="http://schemas.microsoft.com/office/drawing/2014/main" val="1913134586"/>
                    </a:ext>
                  </a:extLst>
                </a:gridCol>
                <a:gridCol w="5649546">
                  <a:extLst>
                    <a:ext uri="{9D8B030D-6E8A-4147-A177-3AD203B41FA5}">
                      <a16:colId xmlns:a16="http://schemas.microsoft.com/office/drawing/2014/main" val="3211310847"/>
                    </a:ext>
                  </a:extLst>
                </a:gridCol>
              </a:tblGrid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Shortcuts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278529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Editor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5765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New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633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Open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168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Save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2076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Shift + 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Save As Scene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3064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Alt + F4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Exit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436602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Scene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1401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Shift + 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Create Empty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723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Cut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36412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Copy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020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V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Paste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6285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Duplicate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8157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Select All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8669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Z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Undo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033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Ctrl + 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Redo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107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Del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Delete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2168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View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5305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Move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477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Rotate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991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Scale Mode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4566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RM + W/A/S/D/Q/E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Move Editor Camera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54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20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0EA88F-7167-5387-552A-F518C8FA0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13388"/>
              </p:ext>
            </p:extLst>
          </p:nvPr>
        </p:nvGraphicFramePr>
        <p:xfrm>
          <a:off x="2032000" y="0"/>
          <a:ext cx="8128000" cy="5486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454">
                  <a:extLst>
                    <a:ext uri="{9D8B030D-6E8A-4147-A177-3AD203B41FA5}">
                      <a16:colId xmlns:a16="http://schemas.microsoft.com/office/drawing/2014/main" val="1913134586"/>
                    </a:ext>
                  </a:extLst>
                </a:gridCol>
                <a:gridCol w="5649546">
                  <a:extLst>
                    <a:ext uri="{9D8B030D-6E8A-4147-A177-3AD203B41FA5}">
                      <a16:colId xmlns:a16="http://schemas.microsoft.com/office/drawing/2014/main" val="3211310847"/>
                    </a:ext>
                  </a:extLst>
                </a:gridCol>
              </a:tblGrid>
              <a:tr h="18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Proto API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2785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633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168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2076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3064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4366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723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36412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020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6285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8157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8669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5109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9626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5204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5305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477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991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4566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54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13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269</Words>
  <Application>Microsoft Office PowerPoint</Application>
  <PresentationFormat>와이드스크린</PresentationFormat>
  <Paragraphs>131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신용준</dc:creator>
  <cp:lastModifiedBy>신용준</cp:lastModifiedBy>
  <cp:revision>6</cp:revision>
  <dcterms:created xsi:type="dcterms:W3CDTF">2026-05-18T05:34:29Z</dcterms:created>
  <dcterms:modified xsi:type="dcterms:W3CDTF">2026-05-27T11:38:05Z</dcterms:modified>
</cp:coreProperties>
</file>