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테마 스타일 1 - 강조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9" autoAdjust="0"/>
    <p:restoredTop sz="94660"/>
  </p:normalViewPr>
  <p:slideViewPr>
    <p:cSldViewPr snapToGrid="0">
      <p:cViewPr varScale="1">
        <p:scale>
          <a:sx n="145" d="100"/>
          <a:sy n="145" d="100"/>
        </p:scale>
        <p:origin x="116" y="2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D854175-19F7-FA1D-0E3F-7974633C97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449AE7E-F944-F067-AB91-73A8525FBA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1A67E2D-368A-25E6-9C38-C28BC8E2F3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F286C0-AED3-4EB2-81B2-2C6EA95602B7}" type="datetimeFigureOut">
              <a:rPr lang="ko-KR" altLang="en-US" smtClean="0"/>
              <a:t>2026-05-18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1EAAB7E-EF3C-FA65-8883-7A30A7589B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8F12562-FA88-833D-DCA7-D85E03B48D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38F851-CFAA-4D6B-A374-835330A38A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807743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A75E440-78E8-02E5-7C65-06EE5F5713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CC0DDBC-2267-3B36-534F-C5EE894B02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D0616F5-82BD-C5CF-C071-26642C3140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F286C0-AED3-4EB2-81B2-2C6EA95602B7}" type="datetimeFigureOut">
              <a:rPr lang="ko-KR" altLang="en-US" smtClean="0"/>
              <a:t>2026-05-18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743E235-C98C-5745-95DF-FBCE2CE317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F685873-8254-6EE9-3271-1FE829BE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38F851-CFAA-4D6B-A374-835330A38A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444417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69DD859-8209-B9C7-344F-AE006CDEF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0F39780-EBBC-E273-069F-5B21CB6525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2B14E4B-FB6A-A357-D84F-A3DE6A6846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F286C0-AED3-4EB2-81B2-2C6EA95602B7}" type="datetimeFigureOut">
              <a:rPr lang="ko-KR" altLang="en-US" smtClean="0"/>
              <a:t>2026-05-18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57EF849-A22A-92FD-AAEB-8DBCEB4F94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0E0A162-3795-DD50-9FFA-A6C3D22608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38F851-CFAA-4D6B-A374-835330A38A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84515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BBD49D-FCA3-1059-1E15-847C00A7B2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BF031C2-4E7C-4644-097A-19D3BA65A6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68E638A-60CE-C9F7-F31A-FF7ABCA144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D2F0DED-5D3F-7C39-2B6A-6E6BB17483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F286C0-AED3-4EB2-81B2-2C6EA95602B7}" type="datetimeFigureOut">
              <a:rPr lang="ko-KR" altLang="en-US" smtClean="0"/>
              <a:t>2026-05-18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0527667-9692-2AF0-E5B4-70A91362B0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660BC21-E0E4-2F68-4FFC-725C748353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38F851-CFAA-4D6B-A374-835330A38A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50352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2D482D-0C14-7D70-0524-7EBA09FCEB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FB2B7B9-9E10-7029-846C-5420796B83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7E6FFEE-BA94-02D3-22CB-792ABA1B9B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BC2FC60C-DA51-996B-D122-0004BB5326F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67A4A6E-77DF-25D8-7AED-F5DEA1FFE50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A0056ABC-478C-0F08-F25C-6E7D811BF0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F286C0-AED3-4EB2-81B2-2C6EA95602B7}" type="datetimeFigureOut">
              <a:rPr lang="ko-KR" altLang="en-US" smtClean="0"/>
              <a:t>2026-05-18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30F07855-DC39-1BBC-9694-1104BBB9A5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5A3CB48-DC8D-D338-7071-377158E136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38F851-CFAA-4D6B-A374-835330A38A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864680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9145C07-90D8-98DE-9E87-A1C67B82C9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B510056E-C8B3-2855-94CC-5FCC8CEA9F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F286C0-AED3-4EB2-81B2-2C6EA95602B7}" type="datetimeFigureOut">
              <a:rPr lang="ko-KR" altLang="en-US" smtClean="0"/>
              <a:t>2026-05-18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57A210D-DFA3-0D27-656B-DFE5365638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60F97EE-2D7F-CE72-160E-1E1824254B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38F851-CFAA-4D6B-A374-835330A38A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976802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659133FF-2280-F62D-7E41-52579D2AFB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F286C0-AED3-4EB2-81B2-2C6EA95602B7}" type="datetimeFigureOut">
              <a:rPr lang="ko-KR" altLang="en-US" smtClean="0"/>
              <a:t>2026-05-18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FAE2243A-6E11-9D4B-DA40-AB6CBC514C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3BB69FE-C7AF-09F0-B5C8-464B8FB0B3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38F851-CFAA-4D6B-A374-835330A38A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036450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D879CA5-4599-4FE9-E922-3ECFFBCEC5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E34912D-AF6E-02C6-38C3-1ECF261F5F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CC45CDD-2D80-7086-A777-42B969D364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2E885EA-8B39-6BF4-1C92-DC44C8E0C7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F286C0-AED3-4EB2-81B2-2C6EA95602B7}" type="datetimeFigureOut">
              <a:rPr lang="ko-KR" altLang="en-US" smtClean="0"/>
              <a:t>2026-05-18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DC29563-98FD-9E06-6DBB-4DF7AC81AB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A90F91F-4675-615E-6024-FE79D324D2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38F851-CFAA-4D6B-A374-835330A38A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70073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433494D-1532-65AD-73E8-B042D7A5CB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A38A431D-DA17-EB8C-CF2B-1B1150281E9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907A910-8A50-2691-9F44-E5F7633E3D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CE6A88F-1658-2B65-4604-D8E4A8E8FB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F286C0-AED3-4EB2-81B2-2C6EA95602B7}" type="datetimeFigureOut">
              <a:rPr lang="ko-KR" altLang="en-US" smtClean="0"/>
              <a:t>2026-05-18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092A7CA-4F26-C0D4-6B28-F4E31F9346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C34E6D1-872C-8022-711A-56593B3410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38F851-CFAA-4D6B-A374-835330A38A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0018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0FA0C39-6F2D-DB68-6320-8FB53FB4AF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EBEF4D4-9DC3-0A97-F8BA-5CCF61DEA5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A9859E4-6F6F-5347-D601-4DC0E478F0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F286C0-AED3-4EB2-81B2-2C6EA95602B7}" type="datetimeFigureOut">
              <a:rPr lang="ko-KR" altLang="en-US" smtClean="0"/>
              <a:t>2026-05-18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6B53D78-FE5F-6951-50EA-28480782EE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858DAD2-7964-40A5-5DAD-FA889A3207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38F851-CFAA-4D6B-A374-835330A38A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23892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F78E2576-031B-76F8-75A2-8E3DB1037F9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5A17552-4740-F94D-A6B3-A7BFAF087F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20E8C05-B40D-11F1-10ED-1F739C832A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F286C0-AED3-4EB2-81B2-2C6EA95602B7}" type="datetimeFigureOut">
              <a:rPr lang="ko-KR" altLang="en-US" smtClean="0"/>
              <a:t>2026-05-18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7E6249C-2ACC-BEBA-EBA7-19040CE39B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C239E5E-A858-AC61-E346-18CCE63809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38F851-CFAA-4D6B-A374-835330A38A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49517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73C7E82-1838-C73B-98C1-81DAF7F96E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8E402D2-E9EB-576D-4DE1-DE6171261F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957B136-3DC7-D2B5-82F4-278C06EBCB2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FF286C0-AED3-4EB2-81B2-2C6EA95602B7}" type="datetimeFigureOut">
              <a:rPr lang="ko-KR" altLang="en-US" smtClean="0"/>
              <a:t>2026-05-18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665196C-77ED-1189-CB3E-62EF91DD2A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36D13B4-1A88-E601-224C-0E0AA07346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F38F851-CFAA-4D6B-A374-835330A38A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63033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8" name="그룹 67">
            <a:extLst>
              <a:ext uri="{FF2B5EF4-FFF2-40B4-BE49-F238E27FC236}">
                <a16:creationId xmlns:a16="http://schemas.microsoft.com/office/drawing/2014/main" id="{04E2B284-3035-4304-7694-580CA6325023}"/>
              </a:ext>
            </a:extLst>
          </p:cNvPr>
          <p:cNvGrpSpPr/>
          <p:nvPr/>
        </p:nvGrpSpPr>
        <p:grpSpPr>
          <a:xfrm>
            <a:off x="0" y="0"/>
            <a:ext cx="11520000" cy="6480000"/>
            <a:chOff x="0" y="0"/>
            <a:chExt cx="11520000" cy="6480000"/>
          </a:xfrm>
        </p:grpSpPr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6B491907-8F54-AD72-6019-BFB7B52DD762}"/>
                </a:ext>
              </a:extLst>
            </p:cNvPr>
            <p:cNvSpPr/>
            <p:nvPr/>
          </p:nvSpPr>
          <p:spPr>
            <a:xfrm>
              <a:off x="0" y="0"/>
              <a:ext cx="11520000" cy="64800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43690713-5583-905B-6D46-5A6B0EC50545}"/>
                </a:ext>
              </a:extLst>
            </p:cNvPr>
            <p:cNvSpPr/>
            <p:nvPr/>
          </p:nvSpPr>
          <p:spPr>
            <a:xfrm>
              <a:off x="0" y="0"/>
              <a:ext cx="11520000" cy="180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40000" lnSpcReduction="20000"/>
            </a:bodyPr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E205284B-D7E0-BEE5-9264-4EA8B9BF3167}"/>
                </a:ext>
              </a:extLst>
            </p:cNvPr>
            <p:cNvSpPr/>
            <p:nvPr/>
          </p:nvSpPr>
          <p:spPr>
            <a:xfrm>
              <a:off x="0" y="180000"/>
              <a:ext cx="11520000" cy="18000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40000" lnSpcReduction="20000"/>
            </a:bodyPr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71BEB32B-A8EC-DB53-ADA7-2AF411405E2B}"/>
                </a:ext>
              </a:extLst>
            </p:cNvPr>
            <p:cNvSpPr/>
            <p:nvPr/>
          </p:nvSpPr>
          <p:spPr>
            <a:xfrm>
              <a:off x="0" y="360000"/>
              <a:ext cx="11520000" cy="180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40000" lnSpcReduction="20000"/>
            </a:bodyPr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746AAD1B-BBE9-9750-59D6-C28070C160B6}"/>
                </a:ext>
              </a:extLst>
            </p:cNvPr>
            <p:cNvSpPr/>
            <p:nvPr/>
          </p:nvSpPr>
          <p:spPr>
            <a:xfrm>
              <a:off x="0" y="540000"/>
              <a:ext cx="5760000" cy="2970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Scene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86F00364-D8FD-291C-EBB5-3EF5B83DDFC1}"/>
                </a:ext>
              </a:extLst>
            </p:cNvPr>
            <p:cNvSpPr/>
            <p:nvPr/>
          </p:nvSpPr>
          <p:spPr>
            <a:xfrm>
              <a:off x="0" y="3510000"/>
              <a:ext cx="5760000" cy="2970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Game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DB4C855C-51EC-462D-3AE4-C0A2516EDDC4}"/>
                </a:ext>
              </a:extLst>
            </p:cNvPr>
            <p:cNvSpPr/>
            <p:nvPr/>
          </p:nvSpPr>
          <p:spPr>
            <a:xfrm>
              <a:off x="5760000" y="540000"/>
              <a:ext cx="2880000" cy="2970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Hierarchy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3CE83097-ED21-5AFF-16D9-9CB2D9829BD7}"/>
                </a:ext>
              </a:extLst>
            </p:cNvPr>
            <p:cNvSpPr/>
            <p:nvPr/>
          </p:nvSpPr>
          <p:spPr>
            <a:xfrm>
              <a:off x="8640000" y="540000"/>
              <a:ext cx="2880000" cy="2970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Inspector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A5E1A703-9F69-8BE0-FE72-CBC24107A124}"/>
                </a:ext>
              </a:extLst>
            </p:cNvPr>
            <p:cNvSpPr/>
            <p:nvPr/>
          </p:nvSpPr>
          <p:spPr>
            <a:xfrm>
              <a:off x="5760000" y="3510000"/>
              <a:ext cx="2880000" cy="2970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AD7E1ED7-D210-FB14-56DD-B6A558499AF8}"/>
                </a:ext>
              </a:extLst>
            </p:cNvPr>
            <p:cNvSpPr/>
            <p:nvPr/>
          </p:nvSpPr>
          <p:spPr>
            <a:xfrm>
              <a:off x="8640000" y="3510000"/>
              <a:ext cx="2880000" cy="2970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32A81B0B-FFFC-8786-EC4F-40C25895ECCB}"/>
                </a:ext>
              </a:extLst>
            </p:cNvPr>
            <p:cNvSpPr/>
            <p:nvPr/>
          </p:nvSpPr>
          <p:spPr>
            <a:xfrm>
              <a:off x="0" y="540000"/>
              <a:ext cx="5760000" cy="180000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40000" lnSpcReduction="20000"/>
            </a:bodyPr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Scene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9653908E-7E4C-7495-E95C-F69AEB245670}"/>
                </a:ext>
              </a:extLst>
            </p:cNvPr>
            <p:cNvSpPr/>
            <p:nvPr/>
          </p:nvSpPr>
          <p:spPr>
            <a:xfrm>
              <a:off x="0" y="3510000"/>
              <a:ext cx="5760000" cy="180000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40000" lnSpcReduction="20000"/>
            </a:bodyPr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Game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25D11652-7FCF-94F6-F545-A86AB5F2D5AB}"/>
                </a:ext>
              </a:extLst>
            </p:cNvPr>
            <p:cNvSpPr/>
            <p:nvPr/>
          </p:nvSpPr>
          <p:spPr>
            <a:xfrm>
              <a:off x="5760000" y="540000"/>
              <a:ext cx="2880000" cy="180000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40000" lnSpcReduction="20000"/>
            </a:bodyPr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Hierarchy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92E93176-BC9B-F0BE-E387-F6D5663B1A00}"/>
                </a:ext>
              </a:extLst>
            </p:cNvPr>
            <p:cNvSpPr/>
            <p:nvPr/>
          </p:nvSpPr>
          <p:spPr>
            <a:xfrm>
              <a:off x="8640000" y="540000"/>
              <a:ext cx="2880000" cy="180000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40000" lnSpcReduction="20000"/>
            </a:bodyPr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Inspector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4FA9496B-E214-6E50-968B-BD580E2CA9CF}"/>
                </a:ext>
              </a:extLst>
            </p:cNvPr>
            <p:cNvSpPr/>
            <p:nvPr/>
          </p:nvSpPr>
          <p:spPr>
            <a:xfrm>
              <a:off x="5760000" y="3510000"/>
              <a:ext cx="2880000" cy="180000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40000" lnSpcReduction="20000"/>
            </a:bodyPr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Project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BB6F5BB1-15EF-B902-987A-6840690EFE4A}"/>
                </a:ext>
              </a:extLst>
            </p:cNvPr>
            <p:cNvSpPr/>
            <p:nvPr/>
          </p:nvSpPr>
          <p:spPr>
            <a:xfrm>
              <a:off x="8640000" y="3510000"/>
              <a:ext cx="2880000" cy="180000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40000" lnSpcReduction="20000"/>
            </a:bodyPr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Console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8C6677BB-903D-0AE0-0460-15060371885D}"/>
                </a:ext>
              </a:extLst>
            </p:cNvPr>
            <p:cNvSpPr/>
            <p:nvPr/>
          </p:nvSpPr>
          <p:spPr>
            <a:xfrm>
              <a:off x="0" y="720000"/>
              <a:ext cx="5760000" cy="180000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40000" lnSpcReduction="20000"/>
            </a:bodyPr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A6E0E166-B082-1006-2829-4093B59355E3}"/>
                </a:ext>
              </a:extLst>
            </p:cNvPr>
            <p:cNvSpPr/>
            <p:nvPr/>
          </p:nvSpPr>
          <p:spPr>
            <a:xfrm>
              <a:off x="5760000" y="720000"/>
              <a:ext cx="2880000" cy="180000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40000" lnSpcReduction="20000"/>
            </a:bodyPr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63C545CD-B19A-46C9-BEF3-B1581987AB32}"/>
                </a:ext>
              </a:extLst>
            </p:cNvPr>
            <p:cNvSpPr/>
            <p:nvPr/>
          </p:nvSpPr>
          <p:spPr>
            <a:xfrm>
              <a:off x="0" y="3690000"/>
              <a:ext cx="5760000" cy="180000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40000" lnSpcReduction="20000"/>
            </a:bodyPr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id="{8C8783A6-55D8-5DBD-A411-1719BF888D72}"/>
                </a:ext>
              </a:extLst>
            </p:cNvPr>
            <p:cNvSpPr/>
            <p:nvPr/>
          </p:nvSpPr>
          <p:spPr>
            <a:xfrm>
              <a:off x="8640000" y="3690000"/>
              <a:ext cx="2880000" cy="180000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40000" lnSpcReduction="20000"/>
            </a:bodyPr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14D9AC5C-0232-7CF8-07C2-AE8B468339C6}"/>
                </a:ext>
              </a:extLst>
            </p:cNvPr>
            <p:cNvSpPr/>
            <p:nvPr/>
          </p:nvSpPr>
          <p:spPr>
            <a:xfrm>
              <a:off x="5760000" y="3690000"/>
              <a:ext cx="2880000" cy="180000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40000" lnSpcReduction="20000"/>
            </a:bodyPr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AF905C69-D01A-179E-038C-C92B3FEC91B8}"/>
                </a:ext>
              </a:extLst>
            </p:cNvPr>
            <p:cNvSpPr/>
            <p:nvPr/>
          </p:nvSpPr>
          <p:spPr>
            <a:xfrm>
              <a:off x="0" y="180000"/>
              <a:ext cx="360000" cy="18000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40000" lnSpcReduction="20000"/>
            </a:bodyPr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File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28" name="직사각형 27">
              <a:extLst>
                <a:ext uri="{FF2B5EF4-FFF2-40B4-BE49-F238E27FC236}">
                  <a16:creationId xmlns:a16="http://schemas.microsoft.com/office/drawing/2014/main" id="{936E1943-1C74-D1EC-2A2E-A690314B0332}"/>
                </a:ext>
              </a:extLst>
            </p:cNvPr>
            <p:cNvSpPr/>
            <p:nvPr/>
          </p:nvSpPr>
          <p:spPr>
            <a:xfrm>
              <a:off x="360000" y="180000"/>
              <a:ext cx="540000" cy="18000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40000" lnSpcReduction="20000"/>
            </a:bodyPr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Settings</a:t>
              </a:r>
            </a:p>
          </p:txBody>
        </p:sp>
        <p:sp>
          <p:nvSpPr>
            <p:cNvPr id="33" name="직사각형 32">
              <a:extLst>
                <a:ext uri="{FF2B5EF4-FFF2-40B4-BE49-F238E27FC236}">
                  <a16:creationId xmlns:a16="http://schemas.microsoft.com/office/drawing/2014/main" id="{61474BCE-BC85-032C-1896-1F26894FB342}"/>
                </a:ext>
              </a:extLst>
            </p:cNvPr>
            <p:cNvSpPr/>
            <p:nvPr/>
          </p:nvSpPr>
          <p:spPr>
            <a:xfrm>
              <a:off x="5220000" y="360000"/>
              <a:ext cx="540000" cy="180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32500" lnSpcReduction="20000"/>
            </a:bodyPr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Play/Stop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35" name="직사각형 34">
              <a:extLst>
                <a:ext uri="{FF2B5EF4-FFF2-40B4-BE49-F238E27FC236}">
                  <a16:creationId xmlns:a16="http://schemas.microsoft.com/office/drawing/2014/main" id="{61474BCE-BC85-032C-1896-1F26894FB342}"/>
                </a:ext>
              </a:extLst>
            </p:cNvPr>
            <p:cNvSpPr/>
            <p:nvPr/>
          </p:nvSpPr>
          <p:spPr>
            <a:xfrm>
              <a:off x="5760000" y="360000"/>
              <a:ext cx="540000" cy="180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40000" lnSpcReduction="20000"/>
            </a:bodyPr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Pause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36" name="직사각형 35">
              <a:extLst>
                <a:ext uri="{FF2B5EF4-FFF2-40B4-BE49-F238E27FC236}">
                  <a16:creationId xmlns:a16="http://schemas.microsoft.com/office/drawing/2014/main" id="{EF3FB52A-F751-2639-72F7-020CBBD8C7D9}"/>
                </a:ext>
              </a:extLst>
            </p:cNvPr>
            <p:cNvSpPr/>
            <p:nvPr/>
          </p:nvSpPr>
          <p:spPr>
            <a:xfrm>
              <a:off x="10980000" y="360000"/>
              <a:ext cx="540000" cy="180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40000" lnSpcReduction="20000"/>
            </a:bodyPr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Layout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38" name="직사각형 37">
              <a:extLst>
                <a:ext uri="{FF2B5EF4-FFF2-40B4-BE49-F238E27FC236}">
                  <a16:creationId xmlns:a16="http://schemas.microsoft.com/office/drawing/2014/main" id="{4BD0B286-DAD0-03E4-5A7A-049CE7F39BE0}"/>
                </a:ext>
              </a:extLst>
            </p:cNvPr>
            <p:cNvSpPr/>
            <p:nvPr/>
          </p:nvSpPr>
          <p:spPr>
            <a:xfrm>
              <a:off x="0" y="720000"/>
              <a:ext cx="540000" cy="180000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40000" lnSpcReduction="20000"/>
            </a:bodyPr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View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39" name="직사각형 38">
              <a:extLst>
                <a:ext uri="{FF2B5EF4-FFF2-40B4-BE49-F238E27FC236}">
                  <a16:creationId xmlns:a16="http://schemas.microsoft.com/office/drawing/2014/main" id="{94240453-8A8C-0500-90B7-62ABB752741F}"/>
                </a:ext>
              </a:extLst>
            </p:cNvPr>
            <p:cNvSpPr/>
            <p:nvPr/>
          </p:nvSpPr>
          <p:spPr>
            <a:xfrm>
              <a:off x="540000" y="720000"/>
              <a:ext cx="540000" cy="180000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40000" lnSpcReduction="20000"/>
            </a:bodyPr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Move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40" name="직사각형 39">
              <a:extLst>
                <a:ext uri="{FF2B5EF4-FFF2-40B4-BE49-F238E27FC236}">
                  <a16:creationId xmlns:a16="http://schemas.microsoft.com/office/drawing/2014/main" id="{C186B6A8-F58D-E79D-F10F-9B2F281BCEBD}"/>
                </a:ext>
              </a:extLst>
            </p:cNvPr>
            <p:cNvSpPr/>
            <p:nvPr/>
          </p:nvSpPr>
          <p:spPr>
            <a:xfrm>
              <a:off x="1080000" y="720000"/>
              <a:ext cx="540000" cy="180000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40000" lnSpcReduction="20000"/>
            </a:bodyPr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Rotate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41" name="직사각형 40">
              <a:extLst>
                <a:ext uri="{FF2B5EF4-FFF2-40B4-BE49-F238E27FC236}">
                  <a16:creationId xmlns:a16="http://schemas.microsoft.com/office/drawing/2014/main" id="{49A20BA9-BFCD-6F29-277B-6B97FD140135}"/>
                </a:ext>
              </a:extLst>
            </p:cNvPr>
            <p:cNvSpPr/>
            <p:nvPr/>
          </p:nvSpPr>
          <p:spPr>
            <a:xfrm>
              <a:off x="1620000" y="720000"/>
              <a:ext cx="540000" cy="180000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40000" lnSpcReduction="20000"/>
            </a:bodyPr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Scale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42" name="직사각형 41">
              <a:extLst>
                <a:ext uri="{FF2B5EF4-FFF2-40B4-BE49-F238E27FC236}">
                  <a16:creationId xmlns:a16="http://schemas.microsoft.com/office/drawing/2014/main" id="{F63A2D74-17F6-D89D-8CC8-25DBCFC67E65}"/>
                </a:ext>
              </a:extLst>
            </p:cNvPr>
            <p:cNvSpPr/>
            <p:nvPr/>
          </p:nvSpPr>
          <p:spPr>
            <a:xfrm>
              <a:off x="5760000" y="720000"/>
              <a:ext cx="540000" cy="180000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40000" lnSpcReduction="20000"/>
            </a:bodyPr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+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43" name="직사각형 42">
              <a:extLst>
                <a:ext uri="{FF2B5EF4-FFF2-40B4-BE49-F238E27FC236}">
                  <a16:creationId xmlns:a16="http://schemas.microsoft.com/office/drawing/2014/main" id="{352619E5-C7F5-F31F-A638-4DBC71F0D7B6}"/>
                </a:ext>
              </a:extLst>
            </p:cNvPr>
            <p:cNvSpPr/>
            <p:nvPr/>
          </p:nvSpPr>
          <p:spPr>
            <a:xfrm>
              <a:off x="8640000" y="3690000"/>
              <a:ext cx="540000" cy="180000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40000" lnSpcReduction="20000"/>
            </a:bodyPr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Clear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44" name="직사각형 43">
              <a:extLst>
                <a:ext uri="{FF2B5EF4-FFF2-40B4-BE49-F238E27FC236}">
                  <a16:creationId xmlns:a16="http://schemas.microsoft.com/office/drawing/2014/main" id="{905A30EE-CAAA-EF4C-6464-47B04C0035F2}"/>
                </a:ext>
              </a:extLst>
            </p:cNvPr>
            <p:cNvSpPr/>
            <p:nvPr/>
          </p:nvSpPr>
          <p:spPr>
            <a:xfrm>
              <a:off x="10980000" y="3690000"/>
              <a:ext cx="540000" cy="180000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40000" lnSpcReduction="20000"/>
            </a:bodyPr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Error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45" name="직사각형 44">
              <a:extLst>
                <a:ext uri="{FF2B5EF4-FFF2-40B4-BE49-F238E27FC236}">
                  <a16:creationId xmlns:a16="http://schemas.microsoft.com/office/drawing/2014/main" id="{0EA8F32B-0C9E-FC3E-8CA0-3820DC751C1F}"/>
                </a:ext>
              </a:extLst>
            </p:cNvPr>
            <p:cNvSpPr/>
            <p:nvPr/>
          </p:nvSpPr>
          <p:spPr>
            <a:xfrm>
              <a:off x="10440000" y="3690000"/>
              <a:ext cx="540000" cy="180000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40000" lnSpcReduction="20000"/>
            </a:bodyPr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Warning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46" name="직사각형 45">
              <a:extLst>
                <a:ext uri="{FF2B5EF4-FFF2-40B4-BE49-F238E27FC236}">
                  <a16:creationId xmlns:a16="http://schemas.microsoft.com/office/drawing/2014/main" id="{37D816D4-4F17-1FE9-D699-9024D8284CA8}"/>
                </a:ext>
              </a:extLst>
            </p:cNvPr>
            <p:cNvSpPr/>
            <p:nvPr/>
          </p:nvSpPr>
          <p:spPr>
            <a:xfrm>
              <a:off x="9900000" y="3690000"/>
              <a:ext cx="540000" cy="180000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40000" lnSpcReduction="20000"/>
            </a:bodyPr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Log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48" name="직사각형 47">
              <a:extLst>
                <a:ext uri="{FF2B5EF4-FFF2-40B4-BE49-F238E27FC236}">
                  <a16:creationId xmlns:a16="http://schemas.microsoft.com/office/drawing/2014/main" id="{E7B263F8-66A3-04C1-4F52-052A5D6171B0}"/>
                </a:ext>
              </a:extLst>
            </p:cNvPr>
            <p:cNvSpPr/>
            <p:nvPr/>
          </p:nvSpPr>
          <p:spPr>
            <a:xfrm>
              <a:off x="8640000" y="5400000"/>
              <a:ext cx="2880000" cy="1080000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detail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49" name="직사각형 48">
              <a:extLst>
                <a:ext uri="{FF2B5EF4-FFF2-40B4-BE49-F238E27FC236}">
                  <a16:creationId xmlns:a16="http://schemas.microsoft.com/office/drawing/2014/main" id="{9407BC66-B11C-C7F2-417B-E0F178E5E325}"/>
                </a:ext>
              </a:extLst>
            </p:cNvPr>
            <p:cNvSpPr/>
            <p:nvPr/>
          </p:nvSpPr>
          <p:spPr>
            <a:xfrm>
              <a:off x="5760000" y="3870000"/>
              <a:ext cx="1080000" cy="2610000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Folder</a:t>
              </a:r>
            </a:p>
          </p:txBody>
        </p:sp>
        <p:sp>
          <p:nvSpPr>
            <p:cNvPr id="50" name="직사각형 49">
              <a:extLst>
                <a:ext uri="{FF2B5EF4-FFF2-40B4-BE49-F238E27FC236}">
                  <a16:creationId xmlns:a16="http://schemas.microsoft.com/office/drawing/2014/main" id="{6A0784E1-698F-9832-CD13-CA447C4F3AF3}"/>
                </a:ext>
              </a:extLst>
            </p:cNvPr>
            <p:cNvSpPr/>
            <p:nvPr/>
          </p:nvSpPr>
          <p:spPr>
            <a:xfrm>
              <a:off x="6840000" y="3870000"/>
              <a:ext cx="1800000" cy="2610000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File</a:t>
              </a:r>
            </a:p>
          </p:txBody>
        </p:sp>
        <p:sp>
          <p:nvSpPr>
            <p:cNvPr id="51" name="직사각형 50">
              <a:extLst>
                <a:ext uri="{FF2B5EF4-FFF2-40B4-BE49-F238E27FC236}">
                  <a16:creationId xmlns:a16="http://schemas.microsoft.com/office/drawing/2014/main" id="{CA77AEEB-05A4-7C48-8FB8-6A83C1C106A0}"/>
                </a:ext>
              </a:extLst>
            </p:cNvPr>
            <p:cNvSpPr/>
            <p:nvPr/>
          </p:nvSpPr>
          <p:spPr>
            <a:xfrm>
              <a:off x="8640000" y="3870000"/>
              <a:ext cx="2880000" cy="1530000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Console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52" name="직사각형 51">
              <a:extLst>
                <a:ext uri="{FF2B5EF4-FFF2-40B4-BE49-F238E27FC236}">
                  <a16:creationId xmlns:a16="http://schemas.microsoft.com/office/drawing/2014/main" id="{2D9F7C50-47E5-86C2-F870-9CFB1F30FE73}"/>
                </a:ext>
              </a:extLst>
            </p:cNvPr>
            <p:cNvSpPr/>
            <p:nvPr/>
          </p:nvSpPr>
          <p:spPr>
            <a:xfrm>
              <a:off x="0" y="0"/>
              <a:ext cx="1440000" cy="180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32500" lnSpcReduction="20000"/>
            </a:bodyPr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Proto-</a:t>
              </a:r>
              <a:r>
                <a:rPr lang="en-US" altLang="ko-KR" dirty="0" err="1">
                  <a:solidFill>
                    <a:schemeClr val="tx1"/>
                  </a:solidFill>
                </a:rPr>
                <a:t>ProjectName</a:t>
              </a:r>
              <a:r>
                <a:rPr lang="en-US" altLang="ko-KR" dirty="0">
                  <a:solidFill>
                    <a:schemeClr val="tx1"/>
                  </a:solidFill>
                </a:rPr>
                <a:t>-</a:t>
              </a:r>
              <a:r>
                <a:rPr lang="en-US" altLang="ko-KR" dirty="0" err="1">
                  <a:solidFill>
                    <a:schemeClr val="tx1"/>
                  </a:solidFill>
                </a:rPr>
                <a:t>SceneName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53" name="직사각형 52">
              <a:extLst>
                <a:ext uri="{FF2B5EF4-FFF2-40B4-BE49-F238E27FC236}">
                  <a16:creationId xmlns:a16="http://schemas.microsoft.com/office/drawing/2014/main" id="{C02C590D-0087-845E-F6B8-7F39B7533FD2}"/>
                </a:ext>
              </a:extLst>
            </p:cNvPr>
            <p:cNvSpPr/>
            <p:nvPr/>
          </p:nvSpPr>
          <p:spPr>
            <a:xfrm>
              <a:off x="10080000" y="0"/>
              <a:ext cx="1440000" cy="180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40000" lnSpcReduction="20000"/>
            </a:bodyPr>
            <a:lstStyle/>
            <a:p>
              <a:pPr algn="ctr"/>
              <a:r>
                <a:rPr lang="ko-KR" altLang="en-US" dirty="0">
                  <a:solidFill>
                    <a:schemeClr val="tx1"/>
                  </a:solidFill>
                </a:rPr>
                <a:t>최소화</a:t>
              </a:r>
              <a:r>
                <a:rPr lang="en-US" altLang="ko-KR" dirty="0">
                  <a:solidFill>
                    <a:schemeClr val="tx1"/>
                  </a:solidFill>
                </a:rPr>
                <a:t>, </a:t>
              </a:r>
              <a:r>
                <a:rPr lang="ko-KR" altLang="en-US" dirty="0">
                  <a:solidFill>
                    <a:schemeClr val="tx1"/>
                  </a:solidFill>
                </a:rPr>
                <a:t>최대화</a:t>
              </a:r>
              <a:r>
                <a:rPr lang="en-US" altLang="ko-KR" dirty="0">
                  <a:solidFill>
                    <a:schemeClr val="tx1"/>
                  </a:solidFill>
                </a:rPr>
                <a:t>, </a:t>
              </a:r>
              <a:r>
                <a:rPr lang="ko-KR" altLang="en-US" dirty="0">
                  <a:solidFill>
                    <a:schemeClr val="tx1"/>
                  </a:solidFill>
                </a:rPr>
                <a:t>종료</a:t>
              </a:r>
            </a:p>
          </p:txBody>
        </p:sp>
        <p:sp>
          <p:nvSpPr>
            <p:cNvPr id="55" name="직사각형 54">
              <a:extLst>
                <a:ext uri="{FF2B5EF4-FFF2-40B4-BE49-F238E27FC236}">
                  <a16:creationId xmlns:a16="http://schemas.microsoft.com/office/drawing/2014/main" id="{C9F63429-9C0D-4D77-C4BD-DC3AE182AE2D}"/>
                </a:ext>
              </a:extLst>
            </p:cNvPr>
            <p:cNvSpPr/>
            <p:nvPr/>
          </p:nvSpPr>
          <p:spPr>
            <a:xfrm>
              <a:off x="900000" y="180000"/>
              <a:ext cx="540000" cy="18000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40000" lnSpcReduction="20000"/>
            </a:bodyPr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Help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57" name="직사각형 56">
              <a:extLst>
                <a:ext uri="{FF2B5EF4-FFF2-40B4-BE49-F238E27FC236}">
                  <a16:creationId xmlns:a16="http://schemas.microsoft.com/office/drawing/2014/main" id="{1650161B-14B1-481D-148D-F2A0F055F402}"/>
                </a:ext>
              </a:extLst>
            </p:cNvPr>
            <p:cNvSpPr/>
            <p:nvPr/>
          </p:nvSpPr>
          <p:spPr>
            <a:xfrm>
              <a:off x="5760000" y="3690000"/>
              <a:ext cx="540000" cy="180000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40000" lnSpcReduction="20000"/>
            </a:bodyPr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+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58" name="직사각형 57">
              <a:extLst>
                <a:ext uri="{FF2B5EF4-FFF2-40B4-BE49-F238E27FC236}">
                  <a16:creationId xmlns:a16="http://schemas.microsoft.com/office/drawing/2014/main" id="{A4AA0F09-1E83-4CCF-AE31-6BEC63F7C4EE}"/>
                </a:ext>
              </a:extLst>
            </p:cNvPr>
            <p:cNvSpPr/>
            <p:nvPr/>
          </p:nvSpPr>
          <p:spPr>
            <a:xfrm>
              <a:off x="8640000" y="720000"/>
              <a:ext cx="2880000" cy="180000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40000" lnSpcReduction="20000"/>
            </a:bodyPr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59" name="직사각형 58">
              <a:extLst>
                <a:ext uri="{FF2B5EF4-FFF2-40B4-BE49-F238E27FC236}">
                  <a16:creationId xmlns:a16="http://schemas.microsoft.com/office/drawing/2014/main" id="{FE0D6C2A-CECE-9492-C644-FF2C9540920E}"/>
                </a:ext>
              </a:extLst>
            </p:cNvPr>
            <p:cNvSpPr/>
            <p:nvPr/>
          </p:nvSpPr>
          <p:spPr>
            <a:xfrm>
              <a:off x="8640000" y="720000"/>
              <a:ext cx="540000" cy="180000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40000" lnSpcReduction="20000"/>
            </a:bodyPr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+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62" name="직사각형 61">
              <a:extLst>
                <a:ext uri="{FF2B5EF4-FFF2-40B4-BE49-F238E27FC236}">
                  <a16:creationId xmlns:a16="http://schemas.microsoft.com/office/drawing/2014/main" id="{748E78EC-01BF-3270-85BA-93DA062286DA}"/>
                </a:ext>
              </a:extLst>
            </p:cNvPr>
            <p:cNvSpPr/>
            <p:nvPr/>
          </p:nvSpPr>
          <p:spPr>
            <a:xfrm>
              <a:off x="0" y="3690000"/>
              <a:ext cx="540000" cy="180000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40000" lnSpcReduction="20000"/>
            </a:bodyPr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Aspect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67" name="직사각형 66">
              <a:extLst>
                <a:ext uri="{FF2B5EF4-FFF2-40B4-BE49-F238E27FC236}">
                  <a16:creationId xmlns:a16="http://schemas.microsoft.com/office/drawing/2014/main" id="{2A6175F0-D15A-B489-1F0E-58640302B210}"/>
                </a:ext>
              </a:extLst>
            </p:cNvPr>
            <p:cNvSpPr/>
            <p:nvPr/>
          </p:nvSpPr>
          <p:spPr>
            <a:xfrm>
              <a:off x="6840000" y="3870000"/>
              <a:ext cx="1800000" cy="180000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40000" lnSpcReduction="20000"/>
            </a:bodyPr>
            <a:lstStyle/>
            <a:p>
              <a:pPr algn="ctr"/>
              <a:r>
                <a:rPr lang="ko-KR" altLang="en-US" dirty="0">
                  <a:solidFill>
                    <a:schemeClr val="tx1"/>
                  </a:solidFill>
                </a:rPr>
                <a:t>파일 경로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113872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그룹 14">
            <a:extLst>
              <a:ext uri="{FF2B5EF4-FFF2-40B4-BE49-F238E27FC236}">
                <a16:creationId xmlns:a16="http://schemas.microsoft.com/office/drawing/2014/main" id="{37E48F3B-0ECB-023A-950A-2B56DA708C68}"/>
              </a:ext>
            </a:extLst>
          </p:cNvPr>
          <p:cNvGrpSpPr/>
          <p:nvPr/>
        </p:nvGrpSpPr>
        <p:grpSpPr>
          <a:xfrm>
            <a:off x="0" y="0"/>
            <a:ext cx="1440000" cy="1980000"/>
            <a:chOff x="0" y="0"/>
            <a:chExt cx="1440000" cy="1980000"/>
          </a:xfrm>
        </p:grpSpPr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DC3D7725-8931-FFC8-E1BE-5A38D3097E4D}"/>
                </a:ext>
              </a:extLst>
            </p:cNvPr>
            <p:cNvSpPr/>
            <p:nvPr/>
          </p:nvSpPr>
          <p:spPr>
            <a:xfrm>
              <a:off x="0" y="0"/>
              <a:ext cx="360000" cy="18000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40000" lnSpcReduction="20000"/>
            </a:bodyPr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File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AD50D86E-7112-F99C-0AF2-C1D11DB80FBD}"/>
                </a:ext>
              </a:extLst>
            </p:cNvPr>
            <p:cNvSpPr/>
            <p:nvPr/>
          </p:nvSpPr>
          <p:spPr>
            <a:xfrm>
              <a:off x="0" y="180000"/>
              <a:ext cx="1440000" cy="18000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40000" lnSpcReduction="20000"/>
            </a:bodyPr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New Scene (Ctrl + N)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3E32F602-7139-2B34-72B8-954E1D12B94D}"/>
                </a:ext>
              </a:extLst>
            </p:cNvPr>
            <p:cNvSpPr/>
            <p:nvPr/>
          </p:nvSpPr>
          <p:spPr>
            <a:xfrm>
              <a:off x="0" y="360000"/>
              <a:ext cx="1440000" cy="18000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40000" lnSpcReduction="20000"/>
            </a:bodyPr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Open Scene (Ctrl + O)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68A3EBFB-6BB2-8064-16EB-D71CB1EC7B16}"/>
                </a:ext>
              </a:extLst>
            </p:cNvPr>
            <p:cNvSpPr/>
            <p:nvPr/>
          </p:nvSpPr>
          <p:spPr>
            <a:xfrm>
              <a:off x="0" y="1800000"/>
              <a:ext cx="1440000" cy="18000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40000" lnSpcReduction="20000"/>
            </a:bodyPr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Exit (Alt + F4)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61811D7C-6F6E-0505-9705-16D77C2924AE}"/>
                </a:ext>
              </a:extLst>
            </p:cNvPr>
            <p:cNvSpPr/>
            <p:nvPr/>
          </p:nvSpPr>
          <p:spPr>
            <a:xfrm>
              <a:off x="0" y="540000"/>
              <a:ext cx="1440000" cy="18000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40000" lnSpcReduction="20000"/>
            </a:bodyPr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Save</a:t>
              </a:r>
              <a:r>
                <a:rPr lang="ko-KR" altLang="en-US" dirty="0">
                  <a:solidFill>
                    <a:schemeClr val="tx1"/>
                  </a:solidFill>
                </a:rPr>
                <a:t> </a:t>
              </a:r>
              <a:r>
                <a:rPr lang="en-US" altLang="ko-KR" dirty="0">
                  <a:solidFill>
                    <a:schemeClr val="tx1"/>
                  </a:solidFill>
                </a:rPr>
                <a:t>Scene</a:t>
              </a:r>
              <a:r>
                <a:rPr lang="ko-KR" altLang="en-US" dirty="0">
                  <a:solidFill>
                    <a:schemeClr val="tx1"/>
                  </a:solidFill>
                </a:rPr>
                <a:t> </a:t>
              </a:r>
              <a:r>
                <a:rPr lang="en-US" altLang="ko-KR" dirty="0">
                  <a:solidFill>
                    <a:schemeClr val="tx1"/>
                  </a:solidFill>
                </a:rPr>
                <a:t>(Ctrl + S)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EC000AC4-A7C5-3243-4B2A-20D68B24B7F0}"/>
                </a:ext>
              </a:extLst>
            </p:cNvPr>
            <p:cNvSpPr/>
            <p:nvPr/>
          </p:nvSpPr>
          <p:spPr>
            <a:xfrm>
              <a:off x="0" y="720000"/>
              <a:ext cx="1440000" cy="18000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32500" lnSpcReduction="20000"/>
            </a:bodyPr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Save</a:t>
              </a:r>
              <a:r>
                <a:rPr lang="ko-KR" altLang="en-US" dirty="0">
                  <a:solidFill>
                    <a:schemeClr val="tx1"/>
                  </a:solidFill>
                </a:rPr>
                <a:t> </a:t>
              </a:r>
              <a:r>
                <a:rPr lang="en-US" altLang="ko-KR" dirty="0">
                  <a:solidFill>
                    <a:schemeClr val="tx1"/>
                  </a:solidFill>
                </a:rPr>
                <a:t>As Scene</a:t>
              </a:r>
              <a:r>
                <a:rPr lang="ko-KR" altLang="en-US" dirty="0">
                  <a:solidFill>
                    <a:schemeClr val="tx1"/>
                  </a:solidFill>
                </a:rPr>
                <a:t> </a:t>
              </a:r>
              <a:r>
                <a:rPr lang="en-US" altLang="ko-KR" dirty="0">
                  <a:solidFill>
                    <a:schemeClr val="tx1"/>
                  </a:solidFill>
                </a:rPr>
                <a:t>(Ctrl + Shift + S)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58E1E52D-AAE1-B179-6813-0544CCC12EA3}"/>
                </a:ext>
              </a:extLst>
            </p:cNvPr>
            <p:cNvSpPr/>
            <p:nvPr/>
          </p:nvSpPr>
          <p:spPr>
            <a:xfrm>
              <a:off x="0" y="900000"/>
              <a:ext cx="1440000" cy="18000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40000" lnSpcReduction="20000"/>
            </a:bodyPr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-----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471FBB64-7D87-ACFB-1D42-5C07C44D3C0B}"/>
                </a:ext>
              </a:extLst>
            </p:cNvPr>
            <p:cNvSpPr/>
            <p:nvPr/>
          </p:nvSpPr>
          <p:spPr>
            <a:xfrm>
              <a:off x="0" y="1080000"/>
              <a:ext cx="1440000" cy="18000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40000" lnSpcReduction="20000"/>
            </a:bodyPr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New Project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75A62214-A1C6-BDC4-90B6-52C52C603FC0}"/>
                </a:ext>
              </a:extLst>
            </p:cNvPr>
            <p:cNvSpPr/>
            <p:nvPr/>
          </p:nvSpPr>
          <p:spPr>
            <a:xfrm>
              <a:off x="0" y="1260000"/>
              <a:ext cx="1440000" cy="18000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40000" lnSpcReduction="20000"/>
            </a:bodyPr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Open Project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528BCAC8-BA80-8578-51E5-681EC27882F5}"/>
                </a:ext>
              </a:extLst>
            </p:cNvPr>
            <p:cNvSpPr/>
            <p:nvPr/>
          </p:nvSpPr>
          <p:spPr>
            <a:xfrm>
              <a:off x="0" y="1440000"/>
              <a:ext cx="1440000" cy="18000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40000" lnSpcReduction="20000"/>
            </a:bodyPr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Save Project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0C2B8DE9-5C06-7EF5-8B99-08538DACF3E9}"/>
                </a:ext>
              </a:extLst>
            </p:cNvPr>
            <p:cNvSpPr/>
            <p:nvPr/>
          </p:nvSpPr>
          <p:spPr>
            <a:xfrm>
              <a:off x="0" y="1620000"/>
              <a:ext cx="1440000" cy="18000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40000" lnSpcReduction="20000"/>
            </a:bodyPr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-----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94" name="그룹 93">
            <a:extLst>
              <a:ext uri="{FF2B5EF4-FFF2-40B4-BE49-F238E27FC236}">
                <a16:creationId xmlns:a16="http://schemas.microsoft.com/office/drawing/2014/main" id="{576AB074-6A75-825F-3A0C-B96C74046C02}"/>
              </a:ext>
            </a:extLst>
          </p:cNvPr>
          <p:cNvGrpSpPr/>
          <p:nvPr/>
        </p:nvGrpSpPr>
        <p:grpSpPr>
          <a:xfrm>
            <a:off x="1800000" y="2942"/>
            <a:ext cx="1440000" cy="1980000"/>
            <a:chOff x="1800000" y="2942"/>
            <a:chExt cx="1440000" cy="1980000"/>
          </a:xfrm>
        </p:grpSpPr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1BCF79F0-8EEA-8618-4204-2601BE43E07D}"/>
                </a:ext>
              </a:extLst>
            </p:cNvPr>
            <p:cNvSpPr/>
            <p:nvPr/>
          </p:nvSpPr>
          <p:spPr>
            <a:xfrm>
              <a:off x="1800000" y="2942"/>
              <a:ext cx="540000" cy="18000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40000" lnSpcReduction="20000"/>
            </a:bodyPr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Settings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AC3093EF-82CB-16B7-3B8E-2DDBB563BAB8}"/>
                </a:ext>
              </a:extLst>
            </p:cNvPr>
            <p:cNvSpPr/>
            <p:nvPr/>
          </p:nvSpPr>
          <p:spPr>
            <a:xfrm>
              <a:off x="1800000" y="182942"/>
              <a:ext cx="1440000" cy="18000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40000" lnSpcReduction="20000"/>
            </a:bodyPr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19ECBA8C-22AA-B0B9-FD52-4793EB90CF15}"/>
                </a:ext>
              </a:extLst>
            </p:cNvPr>
            <p:cNvSpPr/>
            <p:nvPr/>
          </p:nvSpPr>
          <p:spPr>
            <a:xfrm>
              <a:off x="1800000" y="362942"/>
              <a:ext cx="1440000" cy="18000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40000" lnSpcReduction="20000"/>
            </a:bodyPr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46C7C046-F5CF-4FF7-F2A4-6A44D105E5BC}"/>
                </a:ext>
              </a:extLst>
            </p:cNvPr>
            <p:cNvSpPr/>
            <p:nvPr/>
          </p:nvSpPr>
          <p:spPr>
            <a:xfrm>
              <a:off x="1800000" y="1802942"/>
              <a:ext cx="1440000" cy="18000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40000" lnSpcReduction="20000"/>
            </a:bodyPr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F7325348-1820-1D25-3088-4C104B9771DB}"/>
                </a:ext>
              </a:extLst>
            </p:cNvPr>
            <p:cNvSpPr/>
            <p:nvPr/>
          </p:nvSpPr>
          <p:spPr>
            <a:xfrm>
              <a:off x="1800000" y="542942"/>
              <a:ext cx="1440000" cy="18000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40000" lnSpcReduction="20000"/>
            </a:bodyPr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9CF196B1-495D-C2A7-1007-9C187661461D}"/>
                </a:ext>
              </a:extLst>
            </p:cNvPr>
            <p:cNvSpPr/>
            <p:nvPr/>
          </p:nvSpPr>
          <p:spPr>
            <a:xfrm>
              <a:off x="1800000" y="722942"/>
              <a:ext cx="1440000" cy="18000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40000" lnSpcReduction="20000"/>
            </a:bodyPr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AC0C1FD0-105B-A151-DE31-39A94C0DC79A}"/>
                </a:ext>
              </a:extLst>
            </p:cNvPr>
            <p:cNvSpPr/>
            <p:nvPr/>
          </p:nvSpPr>
          <p:spPr>
            <a:xfrm>
              <a:off x="1800000" y="902942"/>
              <a:ext cx="1440000" cy="18000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40000" lnSpcReduction="20000"/>
            </a:bodyPr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921F181C-AA5C-4730-3CC9-0D07AE4667C6}"/>
                </a:ext>
              </a:extLst>
            </p:cNvPr>
            <p:cNvSpPr/>
            <p:nvPr/>
          </p:nvSpPr>
          <p:spPr>
            <a:xfrm>
              <a:off x="1800000" y="1082942"/>
              <a:ext cx="1440000" cy="18000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40000" lnSpcReduction="20000"/>
            </a:bodyPr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id="{3BCD2596-8969-8B9E-364A-F78BDF941F43}"/>
                </a:ext>
              </a:extLst>
            </p:cNvPr>
            <p:cNvSpPr/>
            <p:nvPr/>
          </p:nvSpPr>
          <p:spPr>
            <a:xfrm>
              <a:off x="1800000" y="1262942"/>
              <a:ext cx="1440000" cy="18000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40000" lnSpcReduction="20000"/>
            </a:bodyPr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10FA48EC-C5E1-BDB3-11C8-6295916BE2D8}"/>
                </a:ext>
              </a:extLst>
            </p:cNvPr>
            <p:cNvSpPr/>
            <p:nvPr/>
          </p:nvSpPr>
          <p:spPr>
            <a:xfrm>
              <a:off x="1800000" y="1442942"/>
              <a:ext cx="1440000" cy="18000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40000" lnSpcReduction="20000"/>
            </a:bodyPr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A176F411-2DD7-0982-F27C-43226C37763F}"/>
                </a:ext>
              </a:extLst>
            </p:cNvPr>
            <p:cNvSpPr/>
            <p:nvPr/>
          </p:nvSpPr>
          <p:spPr>
            <a:xfrm>
              <a:off x="1800000" y="1622942"/>
              <a:ext cx="1440000" cy="18000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40000" lnSpcReduction="20000"/>
            </a:bodyPr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95" name="그룹 94">
            <a:extLst>
              <a:ext uri="{FF2B5EF4-FFF2-40B4-BE49-F238E27FC236}">
                <a16:creationId xmlns:a16="http://schemas.microsoft.com/office/drawing/2014/main" id="{5A6A8847-0E98-5FD1-6348-D63003C66E09}"/>
              </a:ext>
            </a:extLst>
          </p:cNvPr>
          <p:cNvGrpSpPr/>
          <p:nvPr/>
        </p:nvGrpSpPr>
        <p:grpSpPr>
          <a:xfrm>
            <a:off x="3600000" y="0"/>
            <a:ext cx="1440000" cy="1980000"/>
            <a:chOff x="3600000" y="0"/>
            <a:chExt cx="1440000" cy="1980000"/>
          </a:xfrm>
        </p:grpSpPr>
        <p:sp>
          <p:nvSpPr>
            <p:cNvPr id="28" name="직사각형 27">
              <a:extLst>
                <a:ext uri="{FF2B5EF4-FFF2-40B4-BE49-F238E27FC236}">
                  <a16:creationId xmlns:a16="http://schemas.microsoft.com/office/drawing/2014/main" id="{BCE19687-F458-4261-A82A-C61866D268CE}"/>
                </a:ext>
              </a:extLst>
            </p:cNvPr>
            <p:cNvSpPr/>
            <p:nvPr/>
          </p:nvSpPr>
          <p:spPr>
            <a:xfrm>
              <a:off x="3600000" y="0"/>
              <a:ext cx="540000" cy="18000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40000" lnSpcReduction="20000"/>
            </a:bodyPr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Help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B98973AB-4AA7-104B-1648-1EE7809B3EB5}"/>
                </a:ext>
              </a:extLst>
            </p:cNvPr>
            <p:cNvSpPr/>
            <p:nvPr/>
          </p:nvSpPr>
          <p:spPr>
            <a:xfrm>
              <a:off x="3600000" y="180000"/>
              <a:ext cx="1440000" cy="18000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40000" lnSpcReduction="20000"/>
            </a:bodyPr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Shortcuts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30" name="직사각형 29">
              <a:extLst>
                <a:ext uri="{FF2B5EF4-FFF2-40B4-BE49-F238E27FC236}">
                  <a16:creationId xmlns:a16="http://schemas.microsoft.com/office/drawing/2014/main" id="{D1DE83E1-5508-CF50-DFC9-525D40447559}"/>
                </a:ext>
              </a:extLst>
            </p:cNvPr>
            <p:cNvSpPr/>
            <p:nvPr/>
          </p:nvSpPr>
          <p:spPr>
            <a:xfrm>
              <a:off x="3600000" y="360000"/>
              <a:ext cx="1440000" cy="18000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40000" lnSpcReduction="20000"/>
            </a:bodyPr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Proto API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31" name="직사각형 30">
              <a:extLst>
                <a:ext uri="{FF2B5EF4-FFF2-40B4-BE49-F238E27FC236}">
                  <a16:creationId xmlns:a16="http://schemas.microsoft.com/office/drawing/2014/main" id="{C15BAFA7-E0F4-7C92-D3DB-6EF948B1B5D0}"/>
                </a:ext>
              </a:extLst>
            </p:cNvPr>
            <p:cNvSpPr/>
            <p:nvPr/>
          </p:nvSpPr>
          <p:spPr>
            <a:xfrm>
              <a:off x="3600000" y="1800000"/>
              <a:ext cx="1440000" cy="18000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40000" lnSpcReduction="20000"/>
            </a:bodyPr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32" name="직사각형 31">
              <a:extLst>
                <a:ext uri="{FF2B5EF4-FFF2-40B4-BE49-F238E27FC236}">
                  <a16:creationId xmlns:a16="http://schemas.microsoft.com/office/drawing/2014/main" id="{625E4D4D-6709-833E-698A-533B625D5C33}"/>
                </a:ext>
              </a:extLst>
            </p:cNvPr>
            <p:cNvSpPr/>
            <p:nvPr/>
          </p:nvSpPr>
          <p:spPr>
            <a:xfrm>
              <a:off x="3600000" y="540000"/>
              <a:ext cx="1440000" cy="18000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40000" lnSpcReduction="20000"/>
            </a:bodyPr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33" name="직사각형 32">
              <a:extLst>
                <a:ext uri="{FF2B5EF4-FFF2-40B4-BE49-F238E27FC236}">
                  <a16:creationId xmlns:a16="http://schemas.microsoft.com/office/drawing/2014/main" id="{8CA6C8E1-B454-F689-C120-490C98ECD6AB}"/>
                </a:ext>
              </a:extLst>
            </p:cNvPr>
            <p:cNvSpPr/>
            <p:nvPr/>
          </p:nvSpPr>
          <p:spPr>
            <a:xfrm>
              <a:off x="3600000" y="720000"/>
              <a:ext cx="1440000" cy="18000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40000" lnSpcReduction="20000"/>
            </a:bodyPr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34" name="직사각형 33">
              <a:extLst>
                <a:ext uri="{FF2B5EF4-FFF2-40B4-BE49-F238E27FC236}">
                  <a16:creationId xmlns:a16="http://schemas.microsoft.com/office/drawing/2014/main" id="{918312A4-F524-A6D1-BA07-F2689F74E0BE}"/>
                </a:ext>
              </a:extLst>
            </p:cNvPr>
            <p:cNvSpPr/>
            <p:nvPr/>
          </p:nvSpPr>
          <p:spPr>
            <a:xfrm>
              <a:off x="3600000" y="900000"/>
              <a:ext cx="1440000" cy="18000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40000" lnSpcReduction="20000"/>
            </a:bodyPr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35" name="직사각형 34">
              <a:extLst>
                <a:ext uri="{FF2B5EF4-FFF2-40B4-BE49-F238E27FC236}">
                  <a16:creationId xmlns:a16="http://schemas.microsoft.com/office/drawing/2014/main" id="{EE87A0F6-0999-71FC-0DF2-45DBC205DC75}"/>
                </a:ext>
              </a:extLst>
            </p:cNvPr>
            <p:cNvSpPr/>
            <p:nvPr/>
          </p:nvSpPr>
          <p:spPr>
            <a:xfrm>
              <a:off x="3600000" y="1080000"/>
              <a:ext cx="1440000" cy="18000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40000" lnSpcReduction="20000"/>
            </a:bodyPr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36" name="직사각형 35">
              <a:extLst>
                <a:ext uri="{FF2B5EF4-FFF2-40B4-BE49-F238E27FC236}">
                  <a16:creationId xmlns:a16="http://schemas.microsoft.com/office/drawing/2014/main" id="{3DDED3CF-6B60-CAA1-4FE1-0765A05ED710}"/>
                </a:ext>
              </a:extLst>
            </p:cNvPr>
            <p:cNvSpPr/>
            <p:nvPr/>
          </p:nvSpPr>
          <p:spPr>
            <a:xfrm>
              <a:off x="3600000" y="1260000"/>
              <a:ext cx="1440000" cy="18000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40000" lnSpcReduction="20000"/>
            </a:bodyPr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37" name="직사각형 36">
              <a:extLst>
                <a:ext uri="{FF2B5EF4-FFF2-40B4-BE49-F238E27FC236}">
                  <a16:creationId xmlns:a16="http://schemas.microsoft.com/office/drawing/2014/main" id="{58D57E01-DCDF-A989-09DA-B798641A7C3B}"/>
                </a:ext>
              </a:extLst>
            </p:cNvPr>
            <p:cNvSpPr/>
            <p:nvPr/>
          </p:nvSpPr>
          <p:spPr>
            <a:xfrm>
              <a:off x="3600000" y="1440000"/>
              <a:ext cx="1440000" cy="18000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40000" lnSpcReduction="20000"/>
            </a:bodyPr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38" name="직사각형 37">
              <a:extLst>
                <a:ext uri="{FF2B5EF4-FFF2-40B4-BE49-F238E27FC236}">
                  <a16:creationId xmlns:a16="http://schemas.microsoft.com/office/drawing/2014/main" id="{882461A5-9FA6-2B48-5785-7C8B8AF7AB97}"/>
                </a:ext>
              </a:extLst>
            </p:cNvPr>
            <p:cNvSpPr/>
            <p:nvPr/>
          </p:nvSpPr>
          <p:spPr>
            <a:xfrm>
              <a:off x="3600000" y="1620000"/>
              <a:ext cx="1440000" cy="18000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40000" lnSpcReduction="20000"/>
            </a:bodyPr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96" name="그룹 95">
            <a:extLst>
              <a:ext uri="{FF2B5EF4-FFF2-40B4-BE49-F238E27FC236}">
                <a16:creationId xmlns:a16="http://schemas.microsoft.com/office/drawing/2014/main" id="{69260430-AF9F-01CA-1F3C-31347A90990D}"/>
              </a:ext>
            </a:extLst>
          </p:cNvPr>
          <p:cNvGrpSpPr/>
          <p:nvPr/>
        </p:nvGrpSpPr>
        <p:grpSpPr>
          <a:xfrm>
            <a:off x="5400000" y="0"/>
            <a:ext cx="1440000" cy="1980000"/>
            <a:chOff x="5400000" y="0"/>
            <a:chExt cx="1440000" cy="1980000"/>
          </a:xfrm>
        </p:grpSpPr>
        <p:sp>
          <p:nvSpPr>
            <p:cNvPr id="39" name="직사각형 38">
              <a:extLst>
                <a:ext uri="{FF2B5EF4-FFF2-40B4-BE49-F238E27FC236}">
                  <a16:creationId xmlns:a16="http://schemas.microsoft.com/office/drawing/2014/main" id="{A82F4C29-71E1-62BD-8000-28FB1D604156}"/>
                </a:ext>
              </a:extLst>
            </p:cNvPr>
            <p:cNvSpPr/>
            <p:nvPr/>
          </p:nvSpPr>
          <p:spPr>
            <a:xfrm>
              <a:off x="5400000" y="0"/>
              <a:ext cx="540000" cy="18000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40000" lnSpcReduction="20000"/>
            </a:bodyPr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Layout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40" name="직사각형 39">
              <a:extLst>
                <a:ext uri="{FF2B5EF4-FFF2-40B4-BE49-F238E27FC236}">
                  <a16:creationId xmlns:a16="http://schemas.microsoft.com/office/drawing/2014/main" id="{BA0323F5-FF21-8BCF-E04A-B522097E8524}"/>
                </a:ext>
              </a:extLst>
            </p:cNvPr>
            <p:cNvSpPr/>
            <p:nvPr/>
          </p:nvSpPr>
          <p:spPr>
            <a:xfrm>
              <a:off x="5400000" y="180000"/>
              <a:ext cx="1440000" cy="18000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40000" lnSpcReduction="20000"/>
            </a:bodyPr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Default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41" name="직사각형 40">
              <a:extLst>
                <a:ext uri="{FF2B5EF4-FFF2-40B4-BE49-F238E27FC236}">
                  <a16:creationId xmlns:a16="http://schemas.microsoft.com/office/drawing/2014/main" id="{E57AC077-C5C1-2A42-877C-C64083854CA4}"/>
                </a:ext>
              </a:extLst>
            </p:cNvPr>
            <p:cNvSpPr/>
            <p:nvPr/>
          </p:nvSpPr>
          <p:spPr>
            <a:xfrm>
              <a:off x="5400000" y="360000"/>
              <a:ext cx="1440000" cy="18000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40000" lnSpcReduction="20000"/>
            </a:bodyPr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42" name="직사각형 41">
              <a:extLst>
                <a:ext uri="{FF2B5EF4-FFF2-40B4-BE49-F238E27FC236}">
                  <a16:creationId xmlns:a16="http://schemas.microsoft.com/office/drawing/2014/main" id="{7E19EEF4-CA77-96DA-EEB4-6266EA9ED7D7}"/>
                </a:ext>
              </a:extLst>
            </p:cNvPr>
            <p:cNvSpPr/>
            <p:nvPr/>
          </p:nvSpPr>
          <p:spPr>
            <a:xfrm>
              <a:off x="5400000" y="1800000"/>
              <a:ext cx="1440000" cy="18000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40000" lnSpcReduction="20000"/>
            </a:bodyPr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43" name="직사각형 42">
              <a:extLst>
                <a:ext uri="{FF2B5EF4-FFF2-40B4-BE49-F238E27FC236}">
                  <a16:creationId xmlns:a16="http://schemas.microsoft.com/office/drawing/2014/main" id="{0B99C94F-53BC-23EE-1435-450C37E81C85}"/>
                </a:ext>
              </a:extLst>
            </p:cNvPr>
            <p:cNvSpPr/>
            <p:nvPr/>
          </p:nvSpPr>
          <p:spPr>
            <a:xfrm>
              <a:off x="5400000" y="540000"/>
              <a:ext cx="1440000" cy="18000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40000" lnSpcReduction="20000"/>
            </a:bodyPr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44" name="직사각형 43">
              <a:extLst>
                <a:ext uri="{FF2B5EF4-FFF2-40B4-BE49-F238E27FC236}">
                  <a16:creationId xmlns:a16="http://schemas.microsoft.com/office/drawing/2014/main" id="{BC85CF2C-ACB6-4CD5-E71A-B0ABCE294CC3}"/>
                </a:ext>
              </a:extLst>
            </p:cNvPr>
            <p:cNvSpPr/>
            <p:nvPr/>
          </p:nvSpPr>
          <p:spPr>
            <a:xfrm>
              <a:off x="5400000" y="720000"/>
              <a:ext cx="1440000" cy="18000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40000" lnSpcReduction="20000"/>
            </a:bodyPr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45" name="직사각형 44">
              <a:extLst>
                <a:ext uri="{FF2B5EF4-FFF2-40B4-BE49-F238E27FC236}">
                  <a16:creationId xmlns:a16="http://schemas.microsoft.com/office/drawing/2014/main" id="{C8070C18-FEEB-7435-0FD6-C8CA27CF68BE}"/>
                </a:ext>
              </a:extLst>
            </p:cNvPr>
            <p:cNvSpPr/>
            <p:nvPr/>
          </p:nvSpPr>
          <p:spPr>
            <a:xfrm>
              <a:off x="5400000" y="900000"/>
              <a:ext cx="1440000" cy="18000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40000" lnSpcReduction="20000"/>
            </a:bodyPr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46" name="직사각형 45">
              <a:extLst>
                <a:ext uri="{FF2B5EF4-FFF2-40B4-BE49-F238E27FC236}">
                  <a16:creationId xmlns:a16="http://schemas.microsoft.com/office/drawing/2014/main" id="{B772A6BD-8E35-6F32-BF2A-9680DA7D43FB}"/>
                </a:ext>
              </a:extLst>
            </p:cNvPr>
            <p:cNvSpPr/>
            <p:nvPr/>
          </p:nvSpPr>
          <p:spPr>
            <a:xfrm>
              <a:off x="5400000" y="1080000"/>
              <a:ext cx="1440000" cy="18000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40000" lnSpcReduction="20000"/>
            </a:bodyPr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47" name="직사각형 46">
              <a:extLst>
                <a:ext uri="{FF2B5EF4-FFF2-40B4-BE49-F238E27FC236}">
                  <a16:creationId xmlns:a16="http://schemas.microsoft.com/office/drawing/2014/main" id="{DAE6063F-3691-2331-FDA8-2A17B5E63CDF}"/>
                </a:ext>
              </a:extLst>
            </p:cNvPr>
            <p:cNvSpPr/>
            <p:nvPr/>
          </p:nvSpPr>
          <p:spPr>
            <a:xfrm>
              <a:off x="5400000" y="1260000"/>
              <a:ext cx="1440000" cy="18000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40000" lnSpcReduction="20000"/>
            </a:bodyPr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48" name="직사각형 47">
              <a:extLst>
                <a:ext uri="{FF2B5EF4-FFF2-40B4-BE49-F238E27FC236}">
                  <a16:creationId xmlns:a16="http://schemas.microsoft.com/office/drawing/2014/main" id="{143C38C0-9828-F553-2A59-52AEB00BE9DD}"/>
                </a:ext>
              </a:extLst>
            </p:cNvPr>
            <p:cNvSpPr/>
            <p:nvPr/>
          </p:nvSpPr>
          <p:spPr>
            <a:xfrm>
              <a:off x="5400000" y="1440000"/>
              <a:ext cx="1440000" cy="18000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40000" lnSpcReduction="20000"/>
            </a:bodyPr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49" name="직사각형 48">
              <a:extLst>
                <a:ext uri="{FF2B5EF4-FFF2-40B4-BE49-F238E27FC236}">
                  <a16:creationId xmlns:a16="http://schemas.microsoft.com/office/drawing/2014/main" id="{D01B685B-BC58-A9A9-DDAE-2041CCF5E32B}"/>
                </a:ext>
              </a:extLst>
            </p:cNvPr>
            <p:cNvSpPr/>
            <p:nvPr/>
          </p:nvSpPr>
          <p:spPr>
            <a:xfrm>
              <a:off x="5400000" y="1620000"/>
              <a:ext cx="1440000" cy="18000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40000" lnSpcReduction="20000"/>
            </a:bodyPr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97" name="그룹 96">
            <a:extLst>
              <a:ext uri="{FF2B5EF4-FFF2-40B4-BE49-F238E27FC236}">
                <a16:creationId xmlns:a16="http://schemas.microsoft.com/office/drawing/2014/main" id="{A4B838AD-A505-1B60-153D-E87B3E69F905}"/>
              </a:ext>
            </a:extLst>
          </p:cNvPr>
          <p:cNvGrpSpPr/>
          <p:nvPr/>
        </p:nvGrpSpPr>
        <p:grpSpPr>
          <a:xfrm>
            <a:off x="7200000" y="0"/>
            <a:ext cx="1440000" cy="1980000"/>
            <a:chOff x="7200000" y="0"/>
            <a:chExt cx="1440000" cy="1980000"/>
          </a:xfrm>
        </p:grpSpPr>
        <p:sp>
          <p:nvSpPr>
            <p:cNvPr id="50" name="직사각형 49">
              <a:extLst>
                <a:ext uri="{FF2B5EF4-FFF2-40B4-BE49-F238E27FC236}">
                  <a16:creationId xmlns:a16="http://schemas.microsoft.com/office/drawing/2014/main" id="{9A55292B-53FF-8838-C7E9-F9A2450EF1F2}"/>
                </a:ext>
              </a:extLst>
            </p:cNvPr>
            <p:cNvSpPr/>
            <p:nvPr/>
          </p:nvSpPr>
          <p:spPr>
            <a:xfrm>
              <a:off x="7200000" y="0"/>
              <a:ext cx="720000" cy="18000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40000" lnSpcReduction="20000"/>
            </a:bodyPr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+ (Hierarchy)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51" name="직사각형 50">
              <a:extLst>
                <a:ext uri="{FF2B5EF4-FFF2-40B4-BE49-F238E27FC236}">
                  <a16:creationId xmlns:a16="http://schemas.microsoft.com/office/drawing/2014/main" id="{63A98529-A75D-C6E4-4125-88771D0ED565}"/>
                </a:ext>
              </a:extLst>
            </p:cNvPr>
            <p:cNvSpPr/>
            <p:nvPr/>
          </p:nvSpPr>
          <p:spPr>
            <a:xfrm>
              <a:off x="7200000" y="180000"/>
              <a:ext cx="1440000" cy="18000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40000" lnSpcReduction="20000"/>
            </a:bodyPr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Empty (Ctrl + Shift + N)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52" name="직사각형 51">
              <a:extLst>
                <a:ext uri="{FF2B5EF4-FFF2-40B4-BE49-F238E27FC236}">
                  <a16:creationId xmlns:a16="http://schemas.microsoft.com/office/drawing/2014/main" id="{F1A7AD07-3DC8-8CFF-BC00-10FE28694840}"/>
                </a:ext>
              </a:extLst>
            </p:cNvPr>
            <p:cNvSpPr/>
            <p:nvPr/>
          </p:nvSpPr>
          <p:spPr>
            <a:xfrm>
              <a:off x="7200000" y="360000"/>
              <a:ext cx="1440000" cy="18000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40000" lnSpcReduction="20000"/>
            </a:bodyPr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Cube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53" name="직사각형 52">
              <a:extLst>
                <a:ext uri="{FF2B5EF4-FFF2-40B4-BE49-F238E27FC236}">
                  <a16:creationId xmlns:a16="http://schemas.microsoft.com/office/drawing/2014/main" id="{6CD37D54-1CBD-FAB3-3807-1DC441659A87}"/>
                </a:ext>
              </a:extLst>
            </p:cNvPr>
            <p:cNvSpPr/>
            <p:nvPr/>
          </p:nvSpPr>
          <p:spPr>
            <a:xfrm>
              <a:off x="7200000" y="1800000"/>
              <a:ext cx="1440000" cy="18000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40000" lnSpcReduction="20000"/>
            </a:bodyPr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54" name="직사각형 53">
              <a:extLst>
                <a:ext uri="{FF2B5EF4-FFF2-40B4-BE49-F238E27FC236}">
                  <a16:creationId xmlns:a16="http://schemas.microsoft.com/office/drawing/2014/main" id="{415DA0A5-8693-3E9F-79CE-2019BCE83C06}"/>
                </a:ext>
              </a:extLst>
            </p:cNvPr>
            <p:cNvSpPr/>
            <p:nvPr/>
          </p:nvSpPr>
          <p:spPr>
            <a:xfrm>
              <a:off x="7200000" y="540000"/>
              <a:ext cx="1440000" cy="18000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40000" lnSpcReduction="20000"/>
            </a:bodyPr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Sphere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55" name="직사각형 54">
              <a:extLst>
                <a:ext uri="{FF2B5EF4-FFF2-40B4-BE49-F238E27FC236}">
                  <a16:creationId xmlns:a16="http://schemas.microsoft.com/office/drawing/2014/main" id="{836BD349-39B2-1434-4871-35A3CC1580CF}"/>
                </a:ext>
              </a:extLst>
            </p:cNvPr>
            <p:cNvSpPr/>
            <p:nvPr/>
          </p:nvSpPr>
          <p:spPr>
            <a:xfrm>
              <a:off x="7200000" y="720000"/>
              <a:ext cx="1440000" cy="18000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40000" lnSpcReduction="20000"/>
            </a:bodyPr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Cylinder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56" name="직사각형 55">
              <a:extLst>
                <a:ext uri="{FF2B5EF4-FFF2-40B4-BE49-F238E27FC236}">
                  <a16:creationId xmlns:a16="http://schemas.microsoft.com/office/drawing/2014/main" id="{8A0DC55C-2D65-1DFE-BF42-0617D25544C7}"/>
                </a:ext>
              </a:extLst>
            </p:cNvPr>
            <p:cNvSpPr/>
            <p:nvPr/>
          </p:nvSpPr>
          <p:spPr>
            <a:xfrm>
              <a:off x="7200000" y="900000"/>
              <a:ext cx="1440000" cy="18000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40000" lnSpcReduction="20000"/>
            </a:bodyPr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Plane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57" name="직사각형 56">
              <a:extLst>
                <a:ext uri="{FF2B5EF4-FFF2-40B4-BE49-F238E27FC236}">
                  <a16:creationId xmlns:a16="http://schemas.microsoft.com/office/drawing/2014/main" id="{EAD32BB4-84A2-7493-015E-75D1F000242A}"/>
                </a:ext>
              </a:extLst>
            </p:cNvPr>
            <p:cNvSpPr/>
            <p:nvPr/>
          </p:nvSpPr>
          <p:spPr>
            <a:xfrm>
              <a:off x="7200000" y="1080000"/>
              <a:ext cx="1440000" cy="18000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40000" lnSpcReduction="20000"/>
            </a:bodyPr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Text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58" name="직사각형 57">
              <a:extLst>
                <a:ext uri="{FF2B5EF4-FFF2-40B4-BE49-F238E27FC236}">
                  <a16:creationId xmlns:a16="http://schemas.microsoft.com/office/drawing/2014/main" id="{9CCAE4C8-BACE-7D51-3886-8BF035B5801C}"/>
                </a:ext>
              </a:extLst>
            </p:cNvPr>
            <p:cNvSpPr/>
            <p:nvPr/>
          </p:nvSpPr>
          <p:spPr>
            <a:xfrm>
              <a:off x="7200000" y="1260000"/>
              <a:ext cx="1440000" cy="18000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40000" lnSpcReduction="20000"/>
            </a:bodyPr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Camera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59" name="직사각형 58">
              <a:extLst>
                <a:ext uri="{FF2B5EF4-FFF2-40B4-BE49-F238E27FC236}">
                  <a16:creationId xmlns:a16="http://schemas.microsoft.com/office/drawing/2014/main" id="{E789D059-F76D-ED77-F640-DD85F1662CC3}"/>
                </a:ext>
              </a:extLst>
            </p:cNvPr>
            <p:cNvSpPr/>
            <p:nvPr/>
          </p:nvSpPr>
          <p:spPr>
            <a:xfrm>
              <a:off x="7200000" y="1440000"/>
              <a:ext cx="1440000" cy="18000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40000" lnSpcReduction="20000"/>
            </a:bodyPr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60" name="직사각형 59">
              <a:extLst>
                <a:ext uri="{FF2B5EF4-FFF2-40B4-BE49-F238E27FC236}">
                  <a16:creationId xmlns:a16="http://schemas.microsoft.com/office/drawing/2014/main" id="{C46A0958-5BC7-1DC0-3A06-26DE98BFFBE0}"/>
                </a:ext>
              </a:extLst>
            </p:cNvPr>
            <p:cNvSpPr/>
            <p:nvPr/>
          </p:nvSpPr>
          <p:spPr>
            <a:xfrm>
              <a:off x="7200000" y="1620000"/>
              <a:ext cx="1440000" cy="18000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40000" lnSpcReduction="20000"/>
            </a:bodyPr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98" name="그룹 97">
            <a:extLst>
              <a:ext uri="{FF2B5EF4-FFF2-40B4-BE49-F238E27FC236}">
                <a16:creationId xmlns:a16="http://schemas.microsoft.com/office/drawing/2014/main" id="{AB02AD79-9B01-A7EA-A75D-5CE7AF33F07A}"/>
              </a:ext>
            </a:extLst>
          </p:cNvPr>
          <p:cNvGrpSpPr/>
          <p:nvPr/>
        </p:nvGrpSpPr>
        <p:grpSpPr>
          <a:xfrm>
            <a:off x="9000000" y="0"/>
            <a:ext cx="1440000" cy="1980000"/>
            <a:chOff x="9000000" y="0"/>
            <a:chExt cx="1440000" cy="1980000"/>
          </a:xfrm>
        </p:grpSpPr>
        <p:sp>
          <p:nvSpPr>
            <p:cNvPr id="61" name="직사각형 60">
              <a:extLst>
                <a:ext uri="{FF2B5EF4-FFF2-40B4-BE49-F238E27FC236}">
                  <a16:creationId xmlns:a16="http://schemas.microsoft.com/office/drawing/2014/main" id="{6C1A1DD0-4880-AA2E-C888-1BDA18B0A4AF}"/>
                </a:ext>
              </a:extLst>
            </p:cNvPr>
            <p:cNvSpPr/>
            <p:nvPr/>
          </p:nvSpPr>
          <p:spPr>
            <a:xfrm>
              <a:off x="9000000" y="0"/>
              <a:ext cx="720000" cy="18000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40000" lnSpcReduction="20000"/>
            </a:bodyPr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+ (Inspector)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62" name="직사각형 61">
              <a:extLst>
                <a:ext uri="{FF2B5EF4-FFF2-40B4-BE49-F238E27FC236}">
                  <a16:creationId xmlns:a16="http://schemas.microsoft.com/office/drawing/2014/main" id="{77B5A3E0-A6AC-5E51-839F-F69279BFFFCD}"/>
                </a:ext>
              </a:extLst>
            </p:cNvPr>
            <p:cNvSpPr/>
            <p:nvPr/>
          </p:nvSpPr>
          <p:spPr>
            <a:xfrm>
              <a:off x="9000000" y="180000"/>
              <a:ext cx="1440000" cy="18000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40000" lnSpcReduction="20000"/>
            </a:bodyPr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Mesh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63" name="직사각형 62">
              <a:extLst>
                <a:ext uri="{FF2B5EF4-FFF2-40B4-BE49-F238E27FC236}">
                  <a16:creationId xmlns:a16="http://schemas.microsoft.com/office/drawing/2014/main" id="{4FDA81BD-7C7D-3784-7531-2AD5F47BE8FF}"/>
                </a:ext>
              </a:extLst>
            </p:cNvPr>
            <p:cNvSpPr/>
            <p:nvPr/>
          </p:nvSpPr>
          <p:spPr>
            <a:xfrm>
              <a:off x="9000000" y="360000"/>
              <a:ext cx="1440000" cy="18000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40000" lnSpcReduction="20000"/>
            </a:bodyPr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Physics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64" name="직사각형 63">
              <a:extLst>
                <a:ext uri="{FF2B5EF4-FFF2-40B4-BE49-F238E27FC236}">
                  <a16:creationId xmlns:a16="http://schemas.microsoft.com/office/drawing/2014/main" id="{BF38DE31-48D4-64A4-140E-23EE4B8036EB}"/>
                </a:ext>
              </a:extLst>
            </p:cNvPr>
            <p:cNvSpPr/>
            <p:nvPr/>
          </p:nvSpPr>
          <p:spPr>
            <a:xfrm>
              <a:off x="9000000" y="1800000"/>
              <a:ext cx="1440000" cy="18000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40000" lnSpcReduction="20000"/>
            </a:bodyPr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Light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65" name="직사각형 64">
              <a:extLst>
                <a:ext uri="{FF2B5EF4-FFF2-40B4-BE49-F238E27FC236}">
                  <a16:creationId xmlns:a16="http://schemas.microsoft.com/office/drawing/2014/main" id="{A2A89123-6337-1DC9-E3ED-DD04697BD144}"/>
                </a:ext>
              </a:extLst>
            </p:cNvPr>
            <p:cNvSpPr/>
            <p:nvPr/>
          </p:nvSpPr>
          <p:spPr>
            <a:xfrm>
              <a:off x="9000000" y="540000"/>
              <a:ext cx="1440000" cy="180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40000" lnSpcReduction="20000"/>
            </a:bodyPr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- Box Collider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66" name="직사각형 65">
              <a:extLst>
                <a:ext uri="{FF2B5EF4-FFF2-40B4-BE49-F238E27FC236}">
                  <a16:creationId xmlns:a16="http://schemas.microsoft.com/office/drawing/2014/main" id="{EC44C70F-1301-0BE2-803B-D2507D2CB90C}"/>
                </a:ext>
              </a:extLst>
            </p:cNvPr>
            <p:cNvSpPr/>
            <p:nvPr/>
          </p:nvSpPr>
          <p:spPr>
            <a:xfrm>
              <a:off x="9000000" y="720000"/>
              <a:ext cx="1440000" cy="180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40000" lnSpcReduction="20000"/>
            </a:bodyPr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- Sphere Collider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67" name="직사각형 66">
              <a:extLst>
                <a:ext uri="{FF2B5EF4-FFF2-40B4-BE49-F238E27FC236}">
                  <a16:creationId xmlns:a16="http://schemas.microsoft.com/office/drawing/2014/main" id="{91697AC4-B572-0609-3863-22B16D4B9DDC}"/>
                </a:ext>
              </a:extLst>
            </p:cNvPr>
            <p:cNvSpPr/>
            <p:nvPr/>
          </p:nvSpPr>
          <p:spPr>
            <a:xfrm>
              <a:off x="9000000" y="900000"/>
              <a:ext cx="1440000" cy="180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40000" lnSpcReduction="20000"/>
            </a:bodyPr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- </a:t>
              </a:r>
              <a:r>
                <a:rPr lang="en-US" altLang="ko-KR" dirty="0" err="1">
                  <a:solidFill>
                    <a:schemeClr val="tx1"/>
                  </a:solidFill>
                </a:rPr>
                <a:t>Rigidbody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68" name="직사각형 67">
              <a:extLst>
                <a:ext uri="{FF2B5EF4-FFF2-40B4-BE49-F238E27FC236}">
                  <a16:creationId xmlns:a16="http://schemas.microsoft.com/office/drawing/2014/main" id="{B0C40C97-7EB0-5CC3-F4A1-4993A2DA513A}"/>
                </a:ext>
              </a:extLst>
            </p:cNvPr>
            <p:cNvSpPr/>
            <p:nvPr/>
          </p:nvSpPr>
          <p:spPr>
            <a:xfrm>
              <a:off x="9000000" y="1080000"/>
              <a:ext cx="1440000" cy="18000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40000" lnSpcReduction="20000"/>
            </a:bodyPr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Scripts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69" name="직사각형 68">
              <a:extLst>
                <a:ext uri="{FF2B5EF4-FFF2-40B4-BE49-F238E27FC236}">
                  <a16:creationId xmlns:a16="http://schemas.microsoft.com/office/drawing/2014/main" id="{2E2F2F3A-4065-B284-DDA6-3BBBA3E8C218}"/>
                </a:ext>
              </a:extLst>
            </p:cNvPr>
            <p:cNvSpPr/>
            <p:nvPr/>
          </p:nvSpPr>
          <p:spPr>
            <a:xfrm>
              <a:off x="9000000" y="1260000"/>
              <a:ext cx="1440000" cy="180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40000" lnSpcReduction="20000"/>
            </a:bodyPr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- Script …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70" name="직사각형 69">
              <a:extLst>
                <a:ext uri="{FF2B5EF4-FFF2-40B4-BE49-F238E27FC236}">
                  <a16:creationId xmlns:a16="http://schemas.microsoft.com/office/drawing/2014/main" id="{855566FA-E411-28BE-4607-65A9F6B14F6E}"/>
                </a:ext>
              </a:extLst>
            </p:cNvPr>
            <p:cNvSpPr/>
            <p:nvPr/>
          </p:nvSpPr>
          <p:spPr>
            <a:xfrm>
              <a:off x="9000000" y="1440000"/>
              <a:ext cx="1440000" cy="180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40000" lnSpcReduction="20000"/>
            </a:bodyPr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- New Script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71" name="직사각형 70">
              <a:extLst>
                <a:ext uri="{FF2B5EF4-FFF2-40B4-BE49-F238E27FC236}">
                  <a16:creationId xmlns:a16="http://schemas.microsoft.com/office/drawing/2014/main" id="{2FD5D4B1-9346-9C9B-DE0E-8169DB92BB46}"/>
                </a:ext>
              </a:extLst>
            </p:cNvPr>
            <p:cNvSpPr/>
            <p:nvPr/>
          </p:nvSpPr>
          <p:spPr>
            <a:xfrm>
              <a:off x="9000000" y="1620000"/>
              <a:ext cx="1440000" cy="18000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40000" lnSpcReduction="20000"/>
            </a:bodyPr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Camera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00" name="그룹 99">
            <a:extLst>
              <a:ext uri="{FF2B5EF4-FFF2-40B4-BE49-F238E27FC236}">
                <a16:creationId xmlns:a16="http://schemas.microsoft.com/office/drawing/2014/main" id="{F19B3A31-40AD-4B43-CE4C-1A68BDA11E23}"/>
              </a:ext>
            </a:extLst>
          </p:cNvPr>
          <p:cNvGrpSpPr/>
          <p:nvPr/>
        </p:nvGrpSpPr>
        <p:grpSpPr>
          <a:xfrm>
            <a:off x="0" y="2160000"/>
            <a:ext cx="1440000" cy="1980000"/>
            <a:chOff x="0" y="2160000"/>
            <a:chExt cx="1440000" cy="1980000"/>
          </a:xfrm>
        </p:grpSpPr>
        <p:sp>
          <p:nvSpPr>
            <p:cNvPr id="72" name="직사각형 71">
              <a:extLst>
                <a:ext uri="{FF2B5EF4-FFF2-40B4-BE49-F238E27FC236}">
                  <a16:creationId xmlns:a16="http://schemas.microsoft.com/office/drawing/2014/main" id="{F33F41D4-4283-F6A5-85FF-3804DDA251A9}"/>
                </a:ext>
              </a:extLst>
            </p:cNvPr>
            <p:cNvSpPr/>
            <p:nvPr/>
          </p:nvSpPr>
          <p:spPr>
            <a:xfrm>
              <a:off x="0" y="2160000"/>
              <a:ext cx="540000" cy="18000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40000" lnSpcReduction="20000"/>
            </a:bodyPr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Aspect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73" name="직사각형 72">
              <a:extLst>
                <a:ext uri="{FF2B5EF4-FFF2-40B4-BE49-F238E27FC236}">
                  <a16:creationId xmlns:a16="http://schemas.microsoft.com/office/drawing/2014/main" id="{3E97CF88-6188-E929-CADC-12D920337C8A}"/>
                </a:ext>
              </a:extLst>
            </p:cNvPr>
            <p:cNvSpPr/>
            <p:nvPr/>
          </p:nvSpPr>
          <p:spPr>
            <a:xfrm>
              <a:off x="0" y="2340000"/>
              <a:ext cx="1440000" cy="18000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40000" lnSpcReduction="20000"/>
            </a:bodyPr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Free Aspect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74" name="직사각형 73">
              <a:extLst>
                <a:ext uri="{FF2B5EF4-FFF2-40B4-BE49-F238E27FC236}">
                  <a16:creationId xmlns:a16="http://schemas.microsoft.com/office/drawing/2014/main" id="{31AD8A27-A1CE-0949-BE83-8DCB01124030}"/>
                </a:ext>
              </a:extLst>
            </p:cNvPr>
            <p:cNvSpPr/>
            <p:nvPr/>
          </p:nvSpPr>
          <p:spPr>
            <a:xfrm>
              <a:off x="0" y="2520000"/>
              <a:ext cx="1440000" cy="18000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40000" lnSpcReduction="20000"/>
            </a:bodyPr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16:9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75" name="직사각형 74">
              <a:extLst>
                <a:ext uri="{FF2B5EF4-FFF2-40B4-BE49-F238E27FC236}">
                  <a16:creationId xmlns:a16="http://schemas.microsoft.com/office/drawing/2014/main" id="{BBE4268E-5176-8874-BEB1-B9C1EEFBDDC6}"/>
                </a:ext>
              </a:extLst>
            </p:cNvPr>
            <p:cNvSpPr/>
            <p:nvPr/>
          </p:nvSpPr>
          <p:spPr>
            <a:xfrm>
              <a:off x="0" y="3960000"/>
              <a:ext cx="1440000" cy="18000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40000" lnSpcReduction="20000"/>
            </a:bodyPr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76" name="직사각형 75">
              <a:extLst>
                <a:ext uri="{FF2B5EF4-FFF2-40B4-BE49-F238E27FC236}">
                  <a16:creationId xmlns:a16="http://schemas.microsoft.com/office/drawing/2014/main" id="{9BB931D4-31F8-1A03-4AC9-B3C55736E93D}"/>
                </a:ext>
              </a:extLst>
            </p:cNvPr>
            <p:cNvSpPr/>
            <p:nvPr/>
          </p:nvSpPr>
          <p:spPr>
            <a:xfrm>
              <a:off x="0" y="2700000"/>
              <a:ext cx="1440000" cy="18000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40000" lnSpcReduction="20000"/>
            </a:bodyPr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1:1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77" name="직사각형 76">
              <a:extLst>
                <a:ext uri="{FF2B5EF4-FFF2-40B4-BE49-F238E27FC236}">
                  <a16:creationId xmlns:a16="http://schemas.microsoft.com/office/drawing/2014/main" id="{07F24A71-1AD8-38B2-29B1-76718D1F47EB}"/>
                </a:ext>
              </a:extLst>
            </p:cNvPr>
            <p:cNvSpPr/>
            <p:nvPr/>
          </p:nvSpPr>
          <p:spPr>
            <a:xfrm>
              <a:off x="0" y="2880000"/>
              <a:ext cx="1440000" cy="18000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40000" lnSpcReduction="20000"/>
            </a:bodyPr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9:16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78" name="직사각형 77">
              <a:extLst>
                <a:ext uri="{FF2B5EF4-FFF2-40B4-BE49-F238E27FC236}">
                  <a16:creationId xmlns:a16="http://schemas.microsoft.com/office/drawing/2014/main" id="{6B4184B8-1EE6-B7F1-7DF0-F13360941EC5}"/>
                </a:ext>
              </a:extLst>
            </p:cNvPr>
            <p:cNvSpPr/>
            <p:nvPr/>
          </p:nvSpPr>
          <p:spPr>
            <a:xfrm>
              <a:off x="0" y="3060000"/>
              <a:ext cx="1440000" cy="18000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40000" lnSpcReduction="20000"/>
            </a:bodyPr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79" name="직사각형 78">
              <a:extLst>
                <a:ext uri="{FF2B5EF4-FFF2-40B4-BE49-F238E27FC236}">
                  <a16:creationId xmlns:a16="http://schemas.microsoft.com/office/drawing/2014/main" id="{00128594-5029-7ED2-5F90-7AA46AC4F9E1}"/>
                </a:ext>
              </a:extLst>
            </p:cNvPr>
            <p:cNvSpPr/>
            <p:nvPr/>
          </p:nvSpPr>
          <p:spPr>
            <a:xfrm>
              <a:off x="0" y="3240000"/>
              <a:ext cx="1440000" cy="18000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40000" lnSpcReduction="20000"/>
            </a:bodyPr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80" name="직사각형 79">
              <a:extLst>
                <a:ext uri="{FF2B5EF4-FFF2-40B4-BE49-F238E27FC236}">
                  <a16:creationId xmlns:a16="http://schemas.microsoft.com/office/drawing/2014/main" id="{CE8812A2-8492-616D-F9FA-22C1D64C933C}"/>
                </a:ext>
              </a:extLst>
            </p:cNvPr>
            <p:cNvSpPr/>
            <p:nvPr/>
          </p:nvSpPr>
          <p:spPr>
            <a:xfrm>
              <a:off x="0" y="3420000"/>
              <a:ext cx="1440000" cy="18000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40000" lnSpcReduction="20000"/>
            </a:bodyPr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81" name="직사각형 80">
              <a:extLst>
                <a:ext uri="{FF2B5EF4-FFF2-40B4-BE49-F238E27FC236}">
                  <a16:creationId xmlns:a16="http://schemas.microsoft.com/office/drawing/2014/main" id="{4AB8E328-7DF1-1623-D09C-DE854AE913FE}"/>
                </a:ext>
              </a:extLst>
            </p:cNvPr>
            <p:cNvSpPr/>
            <p:nvPr/>
          </p:nvSpPr>
          <p:spPr>
            <a:xfrm>
              <a:off x="0" y="3600000"/>
              <a:ext cx="1440000" cy="18000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40000" lnSpcReduction="20000"/>
            </a:bodyPr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82" name="직사각형 81">
              <a:extLst>
                <a:ext uri="{FF2B5EF4-FFF2-40B4-BE49-F238E27FC236}">
                  <a16:creationId xmlns:a16="http://schemas.microsoft.com/office/drawing/2014/main" id="{07689D94-4B16-CE6F-BB98-03E830936733}"/>
                </a:ext>
              </a:extLst>
            </p:cNvPr>
            <p:cNvSpPr/>
            <p:nvPr/>
          </p:nvSpPr>
          <p:spPr>
            <a:xfrm>
              <a:off x="0" y="3780000"/>
              <a:ext cx="1440000" cy="18000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40000" lnSpcReduction="20000"/>
            </a:bodyPr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99" name="그룹 98">
            <a:extLst>
              <a:ext uri="{FF2B5EF4-FFF2-40B4-BE49-F238E27FC236}">
                <a16:creationId xmlns:a16="http://schemas.microsoft.com/office/drawing/2014/main" id="{55A13CD1-2E3B-54D6-32EE-0E69AFF43F1F}"/>
              </a:ext>
            </a:extLst>
          </p:cNvPr>
          <p:cNvGrpSpPr/>
          <p:nvPr/>
        </p:nvGrpSpPr>
        <p:grpSpPr>
          <a:xfrm>
            <a:off x="1800000" y="2160000"/>
            <a:ext cx="1440000" cy="1980000"/>
            <a:chOff x="1800000" y="2160000"/>
            <a:chExt cx="1440000" cy="1980000"/>
          </a:xfrm>
        </p:grpSpPr>
        <p:sp>
          <p:nvSpPr>
            <p:cNvPr id="83" name="직사각형 82">
              <a:extLst>
                <a:ext uri="{FF2B5EF4-FFF2-40B4-BE49-F238E27FC236}">
                  <a16:creationId xmlns:a16="http://schemas.microsoft.com/office/drawing/2014/main" id="{CB6717A3-A071-6986-78B0-96C3CB645665}"/>
                </a:ext>
              </a:extLst>
            </p:cNvPr>
            <p:cNvSpPr/>
            <p:nvPr/>
          </p:nvSpPr>
          <p:spPr>
            <a:xfrm>
              <a:off x="1800000" y="2160000"/>
              <a:ext cx="720000" cy="18000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40000" lnSpcReduction="20000"/>
            </a:bodyPr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+ (Project)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84" name="직사각형 83">
              <a:extLst>
                <a:ext uri="{FF2B5EF4-FFF2-40B4-BE49-F238E27FC236}">
                  <a16:creationId xmlns:a16="http://schemas.microsoft.com/office/drawing/2014/main" id="{7C22D127-D2C1-3590-9438-F9F8975BA24F}"/>
                </a:ext>
              </a:extLst>
            </p:cNvPr>
            <p:cNvSpPr/>
            <p:nvPr/>
          </p:nvSpPr>
          <p:spPr>
            <a:xfrm>
              <a:off x="1800000" y="2340000"/>
              <a:ext cx="1440000" cy="18000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40000" lnSpcReduction="20000"/>
            </a:bodyPr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Folder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85" name="직사각형 84">
              <a:extLst>
                <a:ext uri="{FF2B5EF4-FFF2-40B4-BE49-F238E27FC236}">
                  <a16:creationId xmlns:a16="http://schemas.microsoft.com/office/drawing/2014/main" id="{1F034167-1FA1-7330-8FF4-56F7C8E26F7D}"/>
                </a:ext>
              </a:extLst>
            </p:cNvPr>
            <p:cNvSpPr/>
            <p:nvPr/>
          </p:nvSpPr>
          <p:spPr>
            <a:xfrm>
              <a:off x="1800000" y="2520000"/>
              <a:ext cx="1440000" cy="18000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40000" lnSpcReduction="20000"/>
            </a:bodyPr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Script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86" name="직사각형 85">
              <a:extLst>
                <a:ext uri="{FF2B5EF4-FFF2-40B4-BE49-F238E27FC236}">
                  <a16:creationId xmlns:a16="http://schemas.microsoft.com/office/drawing/2014/main" id="{A28C776C-771F-139C-8F4E-8CB2E0766C49}"/>
                </a:ext>
              </a:extLst>
            </p:cNvPr>
            <p:cNvSpPr/>
            <p:nvPr/>
          </p:nvSpPr>
          <p:spPr>
            <a:xfrm>
              <a:off x="1800000" y="3960000"/>
              <a:ext cx="1440000" cy="18000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40000" lnSpcReduction="20000"/>
            </a:bodyPr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87" name="직사각형 86">
              <a:extLst>
                <a:ext uri="{FF2B5EF4-FFF2-40B4-BE49-F238E27FC236}">
                  <a16:creationId xmlns:a16="http://schemas.microsoft.com/office/drawing/2014/main" id="{92C5C3C3-D8DD-3FD2-F234-C2E4A2CEC703}"/>
                </a:ext>
              </a:extLst>
            </p:cNvPr>
            <p:cNvSpPr/>
            <p:nvPr/>
          </p:nvSpPr>
          <p:spPr>
            <a:xfrm>
              <a:off x="1800000" y="2700000"/>
              <a:ext cx="1440000" cy="18000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40000" lnSpcReduction="20000"/>
            </a:bodyPr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Scene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88" name="직사각형 87">
              <a:extLst>
                <a:ext uri="{FF2B5EF4-FFF2-40B4-BE49-F238E27FC236}">
                  <a16:creationId xmlns:a16="http://schemas.microsoft.com/office/drawing/2014/main" id="{7535924F-7BBD-91C7-29B0-BF939E39A5D4}"/>
                </a:ext>
              </a:extLst>
            </p:cNvPr>
            <p:cNvSpPr/>
            <p:nvPr/>
          </p:nvSpPr>
          <p:spPr>
            <a:xfrm>
              <a:off x="1800000" y="2880000"/>
              <a:ext cx="1440000" cy="18000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40000" lnSpcReduction="20000"/>
            </a:bodyPr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89" name="직사각형 88">
              <a:extLst>
                <a:ext uri="{FF2B5EF4-FFF2-40B4-BE49-F238E27FC236}">
                  <a16:creationId xmlns:a16="http://schemas.microsoft.com/office/drawing/2014/main" id="{427E62FA-6C19-32CF-564B-7E0DFB3DFF17}"/>
                </a:ext>
              </a:extLst>
            </p:cNvPr>
            <p:cNvSpPr/>
            <p:nvPr/>
          </p:nvSpPr>
          <p:spPr>
            <a:xfrm>
              <a:off x="1800000" y="3060000"/>
              <a:ext cx="1440000" cy="18000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40000" lnSpcReduction="20000"/>
            </a:bodyPr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90" name="직사각형 89">
              <a:extLst>
                <a:ext uri="{FF2B5EF4-FFF2-40B4-BE49-F238E27FC236}">
                  <a16:creationId xmlns:a16="http://schemas.microsoft.com/office/drawing/2014/main" id="{EF3D5FB8-238F-17C0-A25B-7275EDD00E8D}"/>
                </a:ext>
              </a:extLst>
            </p:cNvPr>
            <p:cNvSpPr/>
            <p:nvPr/>
          </p:nvSpPr>
          <p:spPr>
            <a:xfrm>
              <a:off x="1800000" y="3240000"/>
              <a:ext cx="1440000" cy="18000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40000" lnSpcReduction="20000"/>
            </a:bodyPr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91" name="직사각형 90">
              <a:extLst>
                <a:ext uri="{FF2B5EF4-FFF2-40B4-BE49-F238E27FC236}">
                  <a16:creationId xmlns:a16="http://schemas.microsoft.com/office/drawing/2014/main" id="{A7C93DE2-4773-F97F-E1C1-7BEA84109542}"/>
                </a:ext>
              </a:extLst>
            </p:cNvPr>
            <p:cNvSpPr/>
            <p:nvPr/>
          </p:nvSpPr>
          <p:spPr>
            <a:xfrm>
              <a:off x="1800000" y="3420000"/>
              <a:ext cx="1440000" cy="18000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40000" lnSpcReduction="20000"/>
            </a:bodyPr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92" name="직사각형 91">
              <a:extLst>
                <a:ext uri="{FF2B5EF4-FFF2-40B4-BE49-F238E27FC236}">
                  <a16:creationId xmlns:a16="http://schemas.microsoft.com/office/drawing/2014/main" id="{F2EA6A3E-1988-ED80-DB8F-2CC8F44E603E}"/>
                </a:ext>
              </a:extLst>
            </p:cNvPr>
            <p:cNvSpPr/>
            <p:nvPr/>
          </p:nvSpPr>
          <p:spPr>
            <a:xfrm>
              <a:off x="1800000" y="3600000"/>
              <a:ext cx="1440000" cy="18000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40000" lnSpcReduction="20000"/>
            </a:bodyPr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93" name="직사각형 92">
              <a:extLst>
                <a:ext uri="{FF2B5EF4-FFF2-40B4-BE49-F238E27FC236}">
                  <a16:creationId xmlns:a16="http://schemas.microsoft.com/office/drawing/2014/main" id="{67BECEAC-58B4-6323-FA28-04876B9D0603}"/>
                </a:ext>
              </a:extLst>
            </p:cNvPr>
            <p:cNvSpPr/>
            <p:nvPr/>
          </p:nvSpPr>
          <p:spPr>
            <a:xfrm>
              <a:off x="1800000" y="3780000"/>
              <a:ext cx="1440000" cy="18000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40000" lnSpcReduction="20000"/>
            </a:bodyPr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615516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62156939-427A-D4F9-9F17-EBB86442555D}"/>
              </a:ext>
            </a:extLst>
          </p:cNvPr>
          <p:cNvGraphicFramePr>
            <a:graphicFrameLocks noGrp="1" noDrilldown="1" noMove="1" noResize="1"/>
          </p:cNvGraphicFramePr>
          <p:nvPr>
            <p:extLst>
              <p:ext uri="{D42A27DB-BD31-4B8C-83A1-F6EECF244321}">
                <p14:modId xmlns:p14="http://schemas.microsoft.com/office/powerpoint/2010/main" val="2622685191"/>
              </p:ext>
            </p:extLst>
          </p:nvPr>
        </p:nvGraphicFramePr>
        <p:xfrm>
          <a:off x="2032000" y="0"/>
          <a:ext cx="8128000" cy="603504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2478454">
                  <a:extLst>
                    <a:ext uri="{9D8B030D-6E8A-4147-A177-3AD203B41FA5}">
                      <a16:colId xmlns:a16="http://schemas.microsoft.com/office/drawing/2014/main" val="1913134586"/>
                    </a:ext>
                  </a:extLst>
                </a:gridCol>
                <a:gridCol w="5649546">
                  <a:extLst>
                    <a:ext uri="{9D8B030D-6E8A-4147-A177-3AD203B41FA5}">
                      <a16:colId xmlns:a16="http://schemas.microsoft.com/office/drawing/2014/main" val="3211310847"/>
                    </a:ext>
                  </a:extLst>
                </a:gridCol>
              </a:tblGrid>
              <a:tr h="180000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Shortcuts</a:t>
                      </a:r>
                      <a:endParaRPr lang="ko-KR" altLang="en-US" sz="12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8278529"/>
                  </a:ext>
                </a:extLst>
              </a:tr>
              <a:tr h="180000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Editor</a:t>
                      </a:r>
                      <a:endParaRPr lang="ko-KR" altLang="en-US" sz="12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257652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Ctrl</a:t>
                      </a:r>
                      <a:r>
                        <a:rPr lang="ko-KR" altLang="en-US" sz="1200" dirty="0"/>
                        <a:t> </a:t>
                      </a:r>
                      <a:r>
                        <a:rPr lang="en-US" altLang="ko-KR" sz="1200" dirty="0"/>
                        <a:t>+</a:t>
                      </a:r>
                      <a:r>
                        <a:rPr lang="ko-KR" altLang="en-US" sz="1200" dirty="0"/>
                        <a:t> </a:t>
                      </a:r>
                      <a:r>
                        <a:rPr lang="en-US" altLang="ko-KR" sz="1200" dirty="0"/>
                        <a:t>N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New Scene</a:t>
                      </a:r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68963302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Ctrl</a:t>
                      </a:r>
                      <a:r>
                        <a:rPr lang="ko-KR" altLang="en-US" sz="1200" dirty="0"/>
                        <a:t> </a:t>
                      </a:r>
                      <a:r>
                        <a:rPr lang="en-US" altLang="ko-KR" sz="1200" dirty="0"/>
                        <a:t>+</a:t>
                      </a:r>
                      <a:r>
                        <a:rPr lang="ko-KR" altLang="en-US" sz="1200" dirty="0"/>
                        <a:t> </a:t>
                      </a:r>
                      <a:r>
                        <a:rPr lang="en-US" altLang="ko-KR" sz="1200" dirty="0"/>
                        <a:t>O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Open Scene</a:t>
                      </a:r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6416896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Ctrl</a:t>
                      </a:r>
                      <a:r>
                        <a:rPr lang="ko-KR" altLang="en-US" sz="1200" dirty="0"/>
                        <a:t> </a:t>
                      </a:r>
                      <a:r>
                        <a:rPr lang="en-US" altLang="ko-KR" sz="1200" dirty="0"/>
                        <a:t>+</a:t>
                      </a:r>
                      <a:r>
                        <a:rPr lang="ko-KR" altLang="en-US" sz="1200" dirty="0"/>
                        <a:t> </a:t>
                      </a:r>
                      <a:r>
                        <a:rPr lang="en-US" altLang="ko-KR" sz="1200" dirty="0"/>
                        <a:t>S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Save Scene</a:t>
                      </a:r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95207607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Ctrl + Shift + S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Save As Scene</a:t>
                      </a:r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32306426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Alt + F4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Exit</a:t>
                      </a:r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57436602"/>
                  </a:ext>
                </a:extLst>
              </a:tr>
              <a:tr h="180000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Scene</a:t>
                      </a:r>
                      <a:endParaRPr lang="ko-KR" altLang="en-US" sz="12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72140112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Ctrl + Shift + N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Create Empty</a:t>
                      </a:r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68772362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Ctrl + X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Cut</a:t>
                      </a:r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27364127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Ctrl + C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Copy</a:t>
                      </a:r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96020786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Ctrl + V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Paste</a:t>
                      </a:r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39628511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Ctrl + D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Duplicate</a:t>
                      </a:r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72815765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Ctrl + A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Select All</a:t>
                      </a:r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73866937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Ctrl + Z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Undo</a:t>
                      </a:r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91033279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Ctrl + Y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Redo</a:t>
                      </a:r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4710751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Del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Delete</a:t>
                      </a:r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42216883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Q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View Mode</a:t>
                      </a:r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58530508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W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Move Mode</a:t>
                      </a:r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47477014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E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Rotate Mode</a:t>
                      </a:r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77899151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R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Scale Mode</a:t>
                      </a:r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17456613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RM + W/A/S/D/Q/E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Move Editor Camera</a:t>
                      </a:r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305438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002068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380EA88F-7167-5387-552A-F518C8FA0A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9713388"/>
              </p:ext>
            </p:extLst>
          </p:nvPr>
        </p:nvGraphicFramePr>
        <p:xfrm>
          <a:off x="2032000" y="0"/>
          <a:ext cx="8128000" cy="548640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2478454">
                  <a:extLst>
                    <a:ext uri="{9D8B030D-6E8A-4147-A177-3AD203B41FA5}">
                      <a16:colId xmlns:a16="http://schemas.microsoft.com/office/drawing/2014/main" val="1913134586"/>
                    </a:ext>
                  </a:extLst>
                </a:gridCol>
                <a:gridCol w="5649546">
                  <a:extLst>
                    <a:ext uri="{9D8B030D-6E8A-4147-A177-3AD203B41FA5}">
                      <a16:colId xmlns:a16="http://schemas.microsoft.com/office/drawing/2014/main" val="3211310847"/>
                    </a:ext>
                  </a:extLst>
                </a:gridCol>
              </a:tblGrid>
              <a:tr h="180000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Proto API</a:t>
                      </a:r>
                      <a:endParaRPr lang="ko-KR" altLang="en-US" sz="12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8278529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68963302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6416896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95207607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32306426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57436602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68772362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27364127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96020786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39628511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72815765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73866937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91510940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02962679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04520459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58530508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47477014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77899151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17456613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305438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89132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</TotalTime>
  <Words>247</Words>
  <Application>Microsoft Office PowerPoint</Application>
  <PresentationFormat>와이드스크린</PresentationFormat>
  <Paragraphs>122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신용준</dc:creator>
  <cp:lastModifiedBy>신용준</cp:lastModifiedBy>
  <cp:revision>3</cp:revision>
  <dcterms:created xsi:type="dcterms:W3CDTF">2026-05-18T05:34:29Z</dcterms:created>
  <dcterms:modified xsi:type="dcterms:W3CDTF">2026-05-18T06:51:47Z</dcterms:modified>
</cp:coreProperties>
</file>